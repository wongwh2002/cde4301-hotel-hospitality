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a2d01cdd194b81" /><Relationship Type="http://schemas.openxmlformats.org/officeDocument/2006/relationships/extended-properties" Target="/docProps/app.xml" Id="R905ff66a702c4e4e" /><Relationship Type="http://schemas.openxmlformats.org/officeDocument/2006/relationships/officeDocument" Target="/ppt/presentation.xml" Id="Rfd8fb6d47af34080" /></Relationships>
</file>

<file path=ppt/presentation.xml><?xml version="1.0" encoding="utf-8"?>
<p:presentation xmlns:p="http://schemas.openxmlformats.org/presentationml/2006/main">
  <p:sldMasterIdLst>
    <p:sldMasterId xmlns:r="http://schemas.openxmlformats.org/officeDocument/2006/relationships" id="2147483648" r:id="R7c0902ca5828435f"/>
  </p:sldMasterIdLst>
  <p:notesMasterIdLst>
    <p:notesMasterId xmlns:r="http://schemas.openxmlformats.org/officeDocument/2006/relationships" r:id="R6ef5968a52b940f5"/>
  </p:notesMasterIdLst>
  <p:sldIdLst>
    <p:sldId xmlns:r="http://schemas.openxmlformats.org/officeDocument/2006/relationships" id="256" r:id="R2ac5c3c987ad4cdd"/>
    <p:sldId xmlns:r="http://schemas.openxmlformats.org/officeDocument/2006/relationships" id="257" r:id="R5705539507e348e3"/>
    <p:sldId xmlns:r="http://schemas.openxmlformats.org/officeDocument/2006/relationships" id="258" r:id="Rd94c885cba8940d7"/>
    <p:sldId xmlns:r="http://schemas.openxmlformats.org/officeDocument/2006/relationships" id="259" r:id="Rcc65058f722e454a"/>
    <p:sldId xmlns:r="http://schemas.openxmlformats.org/officeDocument/2006/relationships" id="260" r:id="Rf41eb271aa8f42c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8424b5b4d604288" /><Relationship Type="http://schemas.openxmlformats.org/officeDocument/2006/relationships/slideMaster" Target="/ppt/slideMasters/slideMaster1.xml" Id="R7c0902ca5828435f" /><Relationship Type="http://schemas.openxmlformats.org/officeDocument/2006/relationships/notesMaster" Target="/ppt/notesMasters/notesMaster1.xml" Id="R6ef5968a52b940f5" /><Relationship Type="http://schemas.openxmlformats.org/officeDocument/2006/relationships/presProps" Target="/ppt/presProps.xml" Id="R21c834d229ac499b" /><Relationship Type="http://schemas.openxmlformats.org/officeDocument/2006/relationships/tableStyles" Target="/ppt/tableStyles.xml" Id="R48de41862f0e46f5" /><Relationship Type="http://schemas.openxmlformats.org/officeDocument/2006/relationships/slide" Target="/ppt/slides/slide1.xml" Id="R2ac5c3c987ad4cdd" /><Relationship Type="http://schemas.openxmlformats.org/officeDocument/2006/relationships/slide" Target="/ppt/slides/slide2.xml" Id="R5705539507e348e3" /><Relationship Type="http://schemas.openxmlformats.org/officeDocument/2006/relationships/slide" Target="/ppt/slides/slide3.xml" Id="Rd94c885cba8940d7" /><Relationship Type="http://schemas.openxmlformats.org/officeDocument/2006/relationships/slide" Target="/ppt/slides/slide4.xml" Id="Rcc65058f722e454a" /><Relationship Type="http://schemas.openxmlformats.org/officeDocument/2006/relationships/slide" Target="/ppt/slides/slide5.xml" Id="Rf41eb271aa8f42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f727f448084a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eab4b97d814e99" /><Relationship Type="http://schemas.openxmlformats.org/officeDocument/2006/relationships/notesMaster" Target="/ppt/notesMasters/notesMaster1.xml" Id="R6b6e028e9baa4e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b3d4b954de49cf" /><Relationship Type="http://schemas.openxmlformats.org/officeDocument/2006/relationships/notesMaster" Target="/ppt/notesMasters/notesMaster1.xml" Id="Rf1fa3f6e522c44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36a6d5b0d94cd6" /><Relationship Type="http://schemas.openxmlformats.org/officeDocument/2006/relationships/notesMaster" Target="/ppt/notesMasters/notesMaster1.xml" Id="R28cc5eccef5646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d7949d5a0a4ee5" /><Relationship Type="http://schemas.openxmlformats.org/officeDocument/2006/relationships/notesMaster" Target="/ppt/notesMasters/notesMaster1.xml" Id="Rabc796cb478c44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36190614444c94" /><Relationship Type="http://schemas.openxmlformats.org/officeDocument/2006/relationships/notesMaster" Target="/ppt/notesMasters/notesMaster1.xml" Id="R642f50afeb7048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chart to show functional alternatives before comparing complete workflows. The selected bundle remains a candidate to evaluate. Face matching is an optional guest-association method, not a way to capture the preference. Staff-triggered capture and explicit guest/stay selection are proposed additions. Internal references: docs/reporting/hotel_presentation_outline.md; docs/agents/hotel-smart-glasses-poc.md; docs/architecture/hotel-lounge-smart-glasses-poc.md.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Commercial capabilities come from vendor materials and are not independent performance evaluations. Oracle OPERA Cloud profile notes: https://docs.oracle.com/en/industries/hospitality/opera-cloud/26.2/ocsuh/t_create_manage_adding_notes_to_a_profile.htm ; mobile profiles: https://docs.oracle.com/en/industries/hospitality/opera-cloud/26.2/ocsuh/t_managing_profiles_mobile_app_pwa.htm . hotelkit Collaboration: https://hotelkit.net/products/collaboration/ . Alliants Core Platform: https://www.alliants.com/products/core-platform . SoftServe Hands-Free Face ID demo: https://www.softserveinc.com/en-us/resources/hands-free-face-id-demo . Public materials do not provide comparable project pricing. The selected glasses workflow is a candidate for evaluation, not a validated winner.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oat-milk example is synthetic and does not describe a verified PARKROYAL workflow or guest preference. Ask the partner which guest-approved detail staff can act on in the lounge and share across roles. Preferences and allergies have different operational meanings. Allergy details require verification against the authoritative hotel source and food-safety process; a face match alone cannot support an allergy decision. W3C use-of-color guidance: https://www.w3.org/WAI/WCAG21/Understanding/use-of-color.html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steps describe a proposed service journey. The main hotel POC and standalone Rokid demo are separate systems. The main POC simulates taps, an active lounge cohort, synthetic records, matching and a cue path. The standalone demo uses a local gallery and displays a name/status; it does not capture a preference or integrate with the hotel profile. New preference capture and cross-staff sharing are proposed, not demonstrated.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adds a proposed guest-approved write path to the separate lounge retrieval architecture. Staff enters and reviews a short note, confirms the guest and current stay, and saves a stay-scoped record with source/time/expiry metadata. The mock-hotel API and SQLite are synthetic POC components. lounge-control handles tap events, active cohort and profile lookup; face-worker matches against the current candidate set; Android is the RV101 vendor bridge. The main hotel POC simulates core flow components. The standalone Rokid demo is separate and does not use this profile path. RV101 continuous/sufficiently frequent frames, hotel data access, role permissions, retention, recognition reliability and cue readability need validation. Internal sources: docs/agents/hotel-smart-glasses-poc.md; docs/architecture/hotel-lounge-smart-glasses-poc.md; docs/research/hotel-presentation-slides-7-13-research-plan.md.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d0166d63bb4b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2b32bf2ef54b5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b1507049cd45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664c2e99cf4b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081e3b58b848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4273baf8dd4f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640635-5534-4E11-9C89-57C9D5C4A30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0B14AE-1657-408C-A68B-ED4E1976361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DF421B-3FE2-4476-B8DC-0532EFB0EBC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D12672-026F-4E86-B1BF-8A02EF1C95E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C1879F-454D-4B30-B345-1DA27D4AC92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C63CB1-F348-4155-A9F9-B885743AFC2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7ACCD9-9C28-44D8-82DE-BB3F80D6AA7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6680E1-9917-458E-A619-873E46D66973}"/>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F9C3B3-6B21-4630-A02C-CAB66C31C64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4703E3-7327-4B3F-B6C1-E083245D205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25f8317c744a0e" /><Relationship Type="http://schemas.openxmlformats.org/officeDocument/2006/relationships/slideLayout" Target="/ppt/slideLayouts/slideLayout1.xml" Id="R8d4cf238e4e64368" /><Relationship Type="http://schemas.openxmlformats.org/officeDocument/2006/relationships/slideLayout" Target="/ppt/slideLayouts/slideLayout2.xml" Id="R68e18961ef684280" /><Relationship Type="http://schemas.openxmlformats.org/officeDocument/2006/relationships/slideLayout" Target="/ppt/slideLayouts/slideLayout3.xml" Id="R885a7c6203ba45fc" /><Relationship Type="http://schemas.openxmlformats.org/officeDocument/2006/relationships/slideLayout" Target="/ppt/slideLayouts/slideLayout4.xml" Id="R67f9a42a29ef409c" /><Relationship Type="http://schemas.openxmlformats.org/officeDocument/2006/relationships/slideLayout" Target="/ppt/slideLayouts/slideLayout5.xml" Id="Rbc199a7d179a43fe" /><Relationship Type="http://schemas.openxmlformats.org/officeDocument/2006/relationships/slideLayout" Target="/ppt/slideLayouts/slideLayout6.xml" Id="Redf5eb90b2794a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4cf238e4e64368"/>
    <p:sldLayoutId xmlns:r="http://schemas.openxmlformats.org/officeDocument/2006/relationships" id="2147483650" r:id="R68e18961ef684280"/>
    <p:sldLayoutId xmlns:r="http://schemas.openxmlformats.org/officeDocument/2006/relationships" id="2147483651" r:id="R885a7c6203ba45fc"/>
    <p:sldLayoutId xmlns:r="http://schemas.openxmlformats.org/officeDocument/2006/relationships" id="2147483652" r:id="R67f9a42a29ef409c"/>
    <p:sldLayoutId xmlns:r="http://schemas.openxmlformats.org/officeDocument/2006/relationships" id="2147483653" r:id="Rbc199a7d179a43fe"/>
    <p:sldLayoutId xmlns:r="http://schemas.openxmlformats.org/officeDocument/2006/relationships" id="2147483654" r:id="Redf5eb90b2794a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f71a3af34742ad" /><Relationship Type="http://schemas.openxmlformats.org/officeDocument/2006/relationships/notesSlide" Target="/ppt/notesSlides/notesSlide1.xml" Id="Rf8c78f221c004a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75136a588d49e7" /><Relationship Type="http://schemas.openxmlformats.org/officeDocument/2006/relationships/notesSlide" Target="/ppt/notesSlides/notesSlide2.xml" Id="Rfb46aebfa21443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c49ac0c59745e1" /><Relationship Type="http://schemas.openxmlformats.org/officeDocument/2006/relationships/notesSlide" Target="/ppt/notesSlides/notesSlide3.xml" Id="R219ee20727e141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0d3c913393449f" /><Relationship Type="http://schemas.openxmlformats.org/officeDocument/2006/relationships/notesSlide" Target="/ppt/notesSlides/notesSlide4.xml" Id="R0901eff42de64d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8d050d89c64406" /><Relationship Type="http://schemas.openxmlformats.org/officeDocument/2006/relationships/notesSlide" Target="/ppt/notesSlides/notesSlide5.xml" Id="R69c68c4e9cf2411c" /></Relationships>
</file>

<file path=ppt/slides/slide1.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9" name="slide-7-title">
            <a:extLst xmlns:a="http://schemas.openxmlformats.org/drawingml/2006/main">
              <a:ext uri="{FF2B5EF4-FFF2-40B4-BE49-F238E27FC236}">
                <a16:creationId xmlns:a16="http://schemas.microsoft.com/office/drawing/2014/main" id="{4A102FBC-7BAB-4D7B-A060-32BE50A5D0DA}"/>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MORPH CHART</a:t>
            </a:r>
          </a:p>
        </p:txBody>
      </p:sp>
      <p:sp>
        <p:nvSpPr>
          <p:cNvPr id="2" name="slide-7-subtitle">
            <a:extLst xmlns:a="http://schemas.openxmlformats.org/drawingml/2006/main">
              <a:ext uri="{FF2B5EF4-FFF2-40B4-BE49-F238E27FC236}">
                <a16:creationId xmlns:a16="http://schemas.microsoft.com/office/drawing/2014/main" id="{52A43FE6-C4E0-4E1D-964E-07BA8FF900CA}"/>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Possible ways to capture, link, share and retrieve a guest insight.</a:t>
            </a:r>
          </a:p>
        </p:txBody>
      </p:sp>
      <p:sp>
        <p:nvSpPr>
          <p:cNvPr id="3" name="slide-7-footer-rule">
            <a:extLst xmlns:a="http://schemas.openxmlformats.org/drawingml/2006/main">
              <a:ext uri="{FF2B5EF4-FFF2-40B4-BE49-F238E27FC236}">
                <a16:creationId xmlns:a16="http://schemas.microsoft.com/office/drawing/2014/main" id="{D25B43EC-013C-491F-A2B3-3436E68F585A}"/>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7-footer">
            <a:extLst xmlns:a="http://schemas.openxmlformats.org/drawingml/2006/main">
              <a:ext uri="{FF2B5EF4-FFF2-40B4-BE49-F238E27FC236}">
                <a16:creationId xmlns:a16="http://schemas.microsoft.com/office/drawing/2014/main" id="{6630E664-9FC1-4F88-9EB8-788487371369}"/>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7-page">
            <a:extLst xmlns:a="http://schemas.openxmlformats.org/drawingml/2006/main">
              <a:ext uri="{FF2B5EF4-FFF2-40B4-BE49-F238E27FC236}">
                <a16:creationId xmlns:a16="http://schemas.microsoft.com/office/drawing/2014/main" id="{105548BF-39E6-4F68-9CDF-C9B1422D0AA6}"/>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07</a:t>
            </a:r>
          </a:p>
        </p:txBody>
      </p:sp>
      <p:graphicFrame>
        <p:nvGraphicFramePr>
          <p:cNvPr id="6" name="">
            <a:extLst xmlns:a="http://schemas.openxmlformats.org/drawingml/2006/main">
              <a:ext uri="{FF2B5EF4-FFF2-40B4-BE49-F238E27FC236}">
                <a16:creationId xmlns:a16="http://schemas.microsoft.com/office/drawing/2014/main" id="{1CFEBB3F-46B8-4D81-B9B7-F32540E47D4E}"/>
              </a:ext>
            </a:extLst>
          </p:cNvPr>
          <p:cNvGraphicFramePr/>
          <p:nvPr/>
        </p:nvGraphicFramePr>
        <p:xfrm>
          <a:off xmlns:a="http://schemas.openxmlformats.org/drawingml/2006/main" x="1047750" y="2143125"/>
          <a:ext xmlns:a="http://schemas.openxmlformats.org/drawingml/2006/main" cx="16192500" cy="6381750"/>
        </p:xfrm>
        <a:graphic xmlns:a="http://schemas.openxmlformats.org/drawingml/2006/main">
          <a:graphicData uri="http://schemas.openxmlformats.org/drawingml/2006/table">
            <a:tbl>
              <a:tblPr/>
              <a:tblGrid>
                <a:gridCol w="2714625"/>
                <a:gridCol w="4429125"/>
                <a:gridCol w="4572000"/>
                <a:gridCol w="4476750"/>
              </a:tblGrid>
              <a:tr h="1063625">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FUNCTION</a:t>
                      </a:r>
                    </a:p>
                  </a:txBody>
                  <a:tcPr marL="91440" marR="91440" marT="45720" marB="45720" anchor="ctr">
                    <a:lnL w="14288">
                      <a:solidFill>
                        <a:srgbClr val="D7DDE7"/>
                      </a:solidFill>
                      <a:prstDash val="solid"/>
                    </a:lnL>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OPTION A · STAFF-LED</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OPTION B · SHARED RECORD</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650" b="1">
                          <a:solidFill>
                            <a:srgbClr val="FFFFFF"/>
                          </a:solidFill>
                          <a:latin typeface="Helvetica Neue"/>
                          <a:ea typeface="Helvetica Neue"/>
                          <a:cs typeface="Helvetica Neue"/>
                        </a:rPr>
                        <a:t>OPTION C · HANDS-FREE</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Capture a detail</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types a short note after the conversation</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dictates, then reviews the transcript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Guest completes a short form or QR prompt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Link it to the stay</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selects the guest and current stay</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A lounge entry event supplies the stay context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Face match against the active lounge cohort (test hypothesis)</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Store and share</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Existing authorised profile note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Stay-scoped note with source, time and expiry</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Digital handover or guest-service tool</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Retrieve it later</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Search on a staff phone or tablet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Notify the next relevant role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Show one brief glasses cue at the service moment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063625">
                <a:tc>
                  <a:txBody>
                    <a:bodyPr wrap="square" lIns="114300" tIns="66675" rIns="95250" bIns="66675">
                      <a:normAutofit/>
                    </a:bodyPr>
                    <a:lstStyle/>
                    <a:p>
                      <a:pPr algn="l">
                        <a:buNone/>
                      </a:pPr>
                      <a:r>
                        <a:rPr sz="1725" b="1">
                          <a:solidFill>
                            <a:srgbClr val="193F84"/>
                          </a:solidFill>
                          <a:latin typeface="Helvetica Neue"/>
                          <a:ea typeface="Helvetica Neue"/>
                          <a:cs typeface="Helvetica Neue"/>
                        </a:rPr>
                        <a:t>Check and clear</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Staff can edit; guest can decline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Keep provenance and an expiry rule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725" b="0">
                          <a:solidFill>
                            <a:srgbClr val="26344A"/>
                          </a:solidFill>
                          <a:latin typeface="Helvetica Neue"/>
                          <a:ea typeface="Helvetica Neue"/>
                          <a:cs typeface="Helvetica Neue"/>
                        </a:rPr>
                        <a:t>If identity is uncertain, suppress personal details</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bl>
          </a:graphicData>
        </a:graphic>
      </p:graphicFrame>
      <p:sp>
        <p:nvSpPr>
          <p:cNvPr id="7" name="slide-7-evaluated-bundle">
            <a:extLst xmlns:a="http://schemas.openxmlformats.org/drawingml/2006/main">
              <a:ext uri="{FF2B5EF4-FFF2-40B4-BE49-F238E27FC236}">
                <a16:creationId xmlns:a16="http://schemas.microsoft.com/office/drawing/2014/main" id="{A347F8C1-A880-4753-A32E-2F3F3696F2BA}"/>
              </a:ext>
            </a:extLst>
          </p:cNvPr>
          <p:cNvSpPr>
            <a:spLocks xmlns:a="http://schemas.openxmlformats.org/drawingml/2006/main" noGrp="1"/>
          </p:cNvSpPr>
          <p:nvPr/>
        </p:nvSpPr>
        <p:spPr>
          <a:xfrm xmlns:a="http://schemas.openxmlformats.org/drawingml/2006/main">
            <a:off x="1047750" y="8734425"/>
            <a:ext cx="16192500" cy="666750"/>
          </a:xfrm>
          <a:prstGeom xmlns:a="http://schemas.openxmlformats.org/drawingml/2006/main" prst="roundRect">
            <a:avLst>
              <a:gd name="adj" fmla="val 11429"/>
            </a:avLst>
          </a:prstGeom>
          <a:solidFill xmlns:a="http://schemas.openxmlformats.org/drawingml/2006/main">
            <a:srgbClr val="F3F6FC"/>
          </a:solidFill>
          <a:ln xmlns:a="http://schemas.openxmlformats.org/drawingml/2006/main" w="19050">
            <a:solidFill>
              <a:srgbClr val="2453A6"/>
            </a:solidFill>
            <a:prstDash val="solid"/>
          </a:ln>
        </p:spPr>
      </p:sp>
      <p:sp>
        <p:nvSpPr>
          <p:cNvPr id="8" name="slide-7-bundle-text">
            <a:extLst xmlns:a="http://schemas.openxmlformats.org/drawingml/2006/main">
              <a:ext uri="{FF2B5EF4-FFF2-40B4-BE49-F238E27FC236}">
                <a16:creationId xmlns:a16="http://schemas.microsoft.com/office/drawing/2014/main" id="{07D540F9-6E0A-4266-9DD1-F48AE1638EF1}"/>
              </a:ext>
            </a:extLst>
          </p:cNvPr>
          <p:cNvSpPr>
            <a:spLocks xmlns:a="http://schemas.openxmlformats.org/drawingml/2006/main" noGrp="1"/>
          </p:cNvSpPr>
          <p:nvPr/>
        </p:nvSpPr>
        <p:spPr>
          <a:xfrm xmlns:a="http://schemas.openxmlformats.org/drawingml/2006/main">
            <a:off x="1257300" y="8829675"/>
            <a:ext cx="1571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1950" b="1">
                <a:solidFill>
                  <a:srgbClr val="193F84"/>
                </a:solidFill>
                <a:latin typeface="Helvetica Neue"/>
                <a:ea typeface="Helvetica Neue"/>
                <a:cs typeface="Helvetica Neue"/>
              </a:defRPr>
            </a:defPPr>
            <a:lvl1pPr algn="ctr">
              <a:buNone/>
              <a:defRPr sz="1950" b="1">
                <a:solidFill>
                  <a:srgbClr val="193F84"/>
                </a:solidFill>
                <a:latin typeface="Helvetica Neue"/>
                <a:ea typeface="Helvetica Neue"/>
                <a:cs typeface="Helvetica Neue"/>
              </a:defRPr>
            </a:lvl1pPr>
            <a:lvl2pPr algn="ctr">
              <a:buNone/>
              <a:defRPr sz="1950" b="1">
                <a:solidFill>
                  <a:srgbClr val="193F84"/>
                </a:solidFill>
                <a:latin typeface="Helvetica Neue"/>
                <a:ea typeface="Helvetica Neue"/>
                <a:cs typeface="Helvetica Neue"/>
              </a:defRPr>
            </a:lvl2pPr>
            <a:lvl3pPr algn="ctr">
              <a:buNone/>
              <a:defRPr sz="1950" b="1">
                <a:solidFill>
                  <a:srgbClr val="193F84"/>
                </a:solidFill>
                <a:latin typeface="Helvetica Neue"/>
                <a:ea typeface="Helvetica Neue"/>
                <a:cs typeface="Helvetica Neue"/>
              </a:defRPr>
            </a:lvl3pPr>
            <a:lvl4pPr algn="ctr">
              <a:buNone/>
              <a:defRPr sz="1950" b="1">
                <a:solidFill>
                  <a:srgbClr val="193F84"/>
                </a:solidFill>
                <a:latin typeface="Helvetica Neue"/>
                <a:ea typeface="Helvetica Neue"/>
                <a:cs typeface="Helvetica Neue"/>
              </a:defRPr>
            </a:lvl4pPr>
            <a:lvl5pPr algn="ctr">
              <a:buNone/>
              <a:defRPr sz="1950" b="1">
                <a:solidFill>
                  <a:srgbClr val="193F84"/>
                </a:solidFill>
                <a:latin typeface="Helvetica Neue"/>
                <a:ea typeface="Helvetica Neue"/>
                <a:cs typeface="Helvetica Neue"/>
              </a:defRPr>
            </a:lvl5pPr>
            <a:lvl6pPr algn="ctr">
              <a:buNone/>
              <a:defRPr sz="1950" b="1">
                <a:solidFill>
                  <a:srgbClr val="193F84"/>
                </a:solidFill>
                <a:latin typeface="Helvetica Neue"/>
                <a:ea typeface="Helvetica Neue"/>
                <a:cs typeface="Helvetica Neue"/>
              </a:defRPr>
            </a:lvl6pPr>
            <a:lvl7pPr algn="ctr">
              <a:buNone/>
              <a:defRPr sz="1950" b="1">
                <a:solidFill>
                  <a:srgbClr val="193F84"/>
                </a:solidFill>
                <a:latin typeface="Helvetica Neue"/>
                <a:ea typeface="Helvetica Neue"/>
                <a:cs typeface="Helvetica Neue"/>
              </a:defRPr>
            </a:lvl7pPr>
            <a:lvl8pPr algn="ctr">
              <a:buNone/>
              <a:defRPr sz="1950" b="1">
                <a:solidFill>
                  <a:srgbClr val="193F84"/>
                </a:solidFill>
                <a:latin typeface="Helvetica Neue"/>
                <a:ea typeface="Helvetica Neue"/>
                <a:cs typeface="Helvetica Neue"/>
              </a:defRPr>
            </a:lvl8pPr>
            <a:lvl9pPr algn="ctr">
              <a:buNone/>
              <a:defRPr sz="1950" b="1">
                <a:solidFill>
                  <a:srgbClr val="193F84"/>
                </a:solidFill>
                <a:latin typeface="Helvetica Neue"/>
                <a:ea typeface="Helvetica Neue"/>
                <a:cs typeface="Helvetica Neue"/>
              </a:defRPr>
            </a:lvl9pPr>
          </a:lstStyle>
          <a:p xmlns:a="http://schemas.openxmlformats.org/drawingml/2006/main">
            <a:pPr algn="ctr">
              <a:lnSpc>
                <a:spcPct val="100000"/>
              </a:lnSpc>
              <a:buNone/>
              <a:defRPr sz="1950" b="1">
                <a:solidFill>
                  <a:srgbClr val="193F84"/>
                </a:solidFill>
                <a:latin typeface="Helvetica Neue"/>
                <a:ea typeface="Helvetica Neue"/>
                <a:cs typeface="Helvetica Neue"/>
              </a:defRPr>
            </a:pPr>
            <a:r>
              <a:rPr sz="1950" b="1">
                <a:solidFill>
                  <a:srgbClr val="193F84"/>
                </a:solidFill>
                <a:latin typeface="Helvetica Neue"/>
                <a:ea typeface="Helvetica Neue"/>
                <a:cs typeface="Helvetica Neue"/>
              </a:rPr>
              <a:t>BUNDLE TO EVALUATE: staff checks the note, links it to the guest/stay, then shares a short cue.</a:t>
            </a:r>
          </a:p>
        </p:txBody>
      </p:sp>
    </p:spTree>
    <p:extLst>
      <p:ext uri="{BB962C8B-B14F-4D97-AF65-F5344CB8AC3E}">
        <p14:creationId xmlns:p14="http://schemas.microsoft.com/office/powerpoint/2010/main" val="200125233"/>
      </p:ext>
    </p:extLst>
  </p:cSld>
</p:sld>
</file>

<file path=ppt/slides/slide2.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37" name="slide-8-title">
            <a:extLst xmlns:a="http://schemas.openxmlformats.org/drawingml/2006/main">
              <a:ext uri="{FF2B5EF4-FFF2-40B4-BE49-F238E27FC236}">
                <a16:creationId xmlns:a16="http://schemas.microsoft.com/office/drawing/2014/main" id="{228A32FF-1F73-461C-A54C-28EABE26ADFE}"/>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COMPETITOR ANALYSIS</a:t>
            </a:r>
          </a:p>
        </p:txBody>
      </p:sp>
      <p:sp>
        <p:nvSpPr>
          <p:cNvPr id="2" name="slide-8-subtitle">
            <a:extLst xmlns:a="http://schemas.openxmlformats.org/drawingml/2006/main">
              <a:ext uri="{FF2B5EF4-FFF2-40B4-BE49-F238E27FC236}">
                <a16:creationId xmlns:a16="http://schemas.microsoft.com/office/drawing/2014/main" id="{E6C19775-C0D4-49FD-863D-607253F2CF65}"/>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Existing products cover different parts of the guest information workflow.</a:t>
            </a:r>
          </a:p>
        </p:txBody>
      </p:sp>
      <p:sp>
        <p:nvSpPr>
          <p:cNvPr id="3" name="slide-8-footer-rule">
            <a:extLst xmlns:a="http://schemas.openxmlformats.org/drawingml/2006/main">
              <a:ext uri="{FF2B5EF4-FFF2-40B4-BE49-F238E27FC236}">
                <a16:creationId xmlns:a16="http://schemas.microsoft.com/office/drawing/2014/main" id="{645926B3-B1CE-431F-9250-F57D3FF9E86D}"/>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8-footer">
            <a:extLst xmlns:a="http://schemas.openxmlformats.org/drawingml/2006/main">
              <a:ext uri="{FF2B5EF4-FFF2-40B4-BE49-F238E27FC236}">
                <a16:creationId xmlns:a16="http://schemas.microsoft.com/office/drawing/2014/main" id="{255AEFFC-14FE-44AE-819F-8C311FF4D351}"/>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8-page">
            <a:extLst xmlns:a="http://schemas.openxmlformats.org/drawingml/2006/main">
              <a:ext uri="{FF2B5EF4-FFF2-40B4-BE49-F238E27FC236}">
                <a16:creationId xmlns:a16="http://schemas.microsoft.com/office/drawing/2014/main" id="{03409723-941F-4F1D-96DB-7BE244E0E559}"/>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08</a:t>
            </a:r>
          </a:p>
        </p:txBody>
      </p:sp>
      <p:sp>
        <p:nvSpPr>
          <p:cNvPr id="6" name="slide-8-vendor-1-frame">
            <a:extLst xmlns:a="http://schemas.openxmlformats.org/drawingml/2006/main">
              <a:ext uri="{FF2B5EF4-FFF2-40B4-BE49-F238E27FC236}">
                <a16:creationId xmlns:a16="http://schemas.microsoft.com/office/drawing/2014/main" id="{05FAF820-16F5-46EB-B120-9CE58A85CB44}"/>
              </a:ext>
            </a:extLst>
          </p:cNvPr>
          <p:cNvSpPr>
            <a:spLocks xmlns:a="http://schemas.openxmlformats.org/drawingml/2006/main" noGrp="1"/>
          </p:cNvSpPr>
          <p:nvPr/>
        </p:nvSpPr>
        <p:spPr>
          <a:xfrm xmlns:a="http://schemas.openxmlformats.org/drawingml/2006/main">
            <a:off x="1000125"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7" name="slide-8-vendor-1-accent">
            <a:extLst xmlns:a="http://schemas.openxmlformats.org/drawingml/2006/main">
              <a:ext uri="{FF2B5EF4-FFF2-40B4-BE49-F238E27FC236}">
                <a16:creationId xmlns:a16="http://schemas.microsoft.com/office/drawing/2014/main" id="{2463D956-DB04-4A4E-90F6-3570C8C467E8}"/>
              </a:ext>
            </a:extLst>
          </p:cNvPr>
          <p:cNvSpPr>
            <a:spLocks xmlns:a="http://schemas.openxmlformats.org/drawingml/2006/main" noGrp="1"/>
          </p:cNvSpPr>
          <p:nvPr/>
        </p:nvSpPr>
        <p:spPr>
          <a:xfrm xmlns:a="http://schemas.openxmlformats.org/drawingml/2006/main">
            <a:off x="1000125"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8" name="slide-8-vendor-1-title">
            <a:extLst xmlns:a="http://schemas.openxmlformats.org/drawingml/2006/main">
              <a:ext uri="{FF2B5EF4-FFF2-40B4-BE49-F238E27FC236}">
                <a16:creationId xmlns:a16="http://schemas.microsoft.com/office/drawing/2014/main" id="{994BC2DB-696C-4BAE-A442-606B35743777}"/>
              </a:ext>
            </a:extLst>
          </p:cNvPr>
          <p:cNvSpPr>
            <a:spLocks xmlns:a="http://schemas.openxmlformats.org/drawingml/2006/main" noGrp="1"/>
          </p:cNvSpPr>
          <p:nvPr/>
        </p:nvSpPr>
        <p:spPr>
          <a:xfrm xmlns:a="http://schemas.openxmlformats.org/drawingml/2006/main">
            <a:off x="1266825"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ORACLE OPERA CLOUD</a:t>
            </a:r>
          </a:p>
        </p:txBody>
      </p:sp>
      <p:sp>
        <p:nvSpPr>
          <p:cNvPr id="9" name="slide-8-vendor-1-body">
            <a:extLst xmlns:a="http://schemas.openxmlformats.org/drawingml/2006/main">
              <a:ext uri="{FF2B5EF4-FFF2-40B4-BE49-F238E27FC236}">
                <a16:creationId xmlns:a16="http://schemas.microsoft.com/office/drawing/2014/main" id="{6729F950-7650-47DA-AF5C-002B6D924493}"/>
              </a:ext>
            </a:extLst>
          </p:cNvPr>
          <p:cNvSpPr>
            <a:spLocks xmlns:a="http://schemas.openxmlformats.org/drawingml/2006/main" noGrp="1"/>
          </p:cNvSpPr>
          <p:nvPr/>
        </p:nvSpPr>
        <p:spPr>
          <a:xfrm xmlns:a="http://schemas.openxmlformats.org/drawingml/2006/main">
            <a:off x="1266825"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Profile notes and preferences can be viewed or managed through staff workflows.</a:t>
            </a:r>
          </a:p>
        </p:txBody>
      </p:sp>
      <p:sp>
        <p:nvSpPr>
          <p:cNvPr id="10" name="slide-8-vendor-2-frame">
            <a:extLst xmlns:a="http://schemas.openxmlformats.org/drawingml/2006/main">
              <a:ext uri="{FF2B5EF4-FFF2-40B4-BE49-F238E27FC236}">
                <a16:creationId xmlns:a16="http://schemas.microsoft.com/office/drawing/2014/main" id="{4A6C8013-EFBA-4808-9317-2D59D0657E2C}"/>
              </a:ext>
            </a:extLst>
          </p:cNvPr>
          <p:cNvSpPr>
            <a:spLocks xmlns:a="http://schemas.openxmlformats.org/drawingml/2006/main" noGrp="1"/>
          </p:cNvSpPr>
          <p:nvPr/>
        </p:nvSpPr>
        <p:spPr>
          <a:xfrm xmlns:a="http://schemas.openxmlformats.org/drawingml/2006/main">
            <a:off x="5067300"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11" name="slide-8-vendor-2-accent">
            <a:extLst xmlns:a="http://schemas.openxmlformats.org/drawingml/2006/main">
              <a:ext uri="{FF2B5EF4-FFF2-40B4-BE49-F238E27FC236}">
                <a16:creationId xmlns:a16="http://schemas.microsoft.com/office/drawing/2014/main" id="{A93EA2D2-28C6-437B-9B12-D7AB87EAA986}"/>
              </a:ext>
            </a:extLst>
          </p:cNvPr>
          <p:cNvSpPr>
            <a:spLocks xmlns:a="http://schemas.openxmlformats.org/drawingml/2006/main" noGrp="1"/>
          </p:cNvSpPr>
          <p:nvPr/>
        </p:nvSpPr>
        <p:spPr>
          <a:xfrm xmlns:a="http://schemas.openxmlformats.org/drawingml/2006/main">
            <a:off x="5067300"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12" name="slide-8-vendor-2-title">
            <a:extLst xmlns:a="http://schemas.openxmlformats.org/drawingml/2006/main">
              <a:ext uri="{FF2B5EF4-FFF2-40B4-BE49-F238E27FC236}">
                <a16:creationId xmlns:a16="http://schemas.microsoft.com/office/drawing/2014/main" id="{FBD0C661-A8A6-48FB-BD89-93C3CE495311}"/>
              </a:ext>
            </a:extLst>
          </p:cNvPr>
          <p:cNvSpPr>
            <a:spLocks xmlns:a="http://schemas.openxmlformats.org/drawingml/2006/main" noGrp="1"/>
          </p:cNvSpPr>
          <p:nvPr/>
        </p:nvSpPr>
        <p:spPr>
          <a:xfrm xmlns:a="http://schemas.openxmlformats.org/drawingml/2006/main">
            <a:off x="5334000"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HOTELKIT</a:t>
            </a:r>
          </a:p>
        </p:txBody>
      </p:sp>
      <p:sp>
        <p:nvSpPr>
          <p:cNvPr id="13" name="slide-8-vendor-2-body">
            <a:extLst xmlns:a="http://schemas.openxmlformats.org/drawingml/2006/main">
              <a:ext uri="{FF2B5EF4-FFF2-40B4-BE49-F238E27FC236}">
                <a16:creationId xmlns:a16="http://schemas.microsoft.com/office/drawing/2014/main" id="{C6939580-A10A-475D-9713-C79D43D49AB3}"/>
              </a:ext>
            </a:extLst>
          </p:cNvPr>
          <p:cNvSpPr>
            <a:spLocks xmlns:a="http://schemas.openxmlformats.org/drawingml/2006/main" noGrp="1"/>
          </p:cNvSpPr>
          <p:nvPr/>
        </p:nvSpPr>
        <p:spPr>
          <a:xfrm xmlns:a="http://schemas.openxmlformats.org/drawingml/2006/main">
            <a:off x="5334000"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Digital handovers, team communication, guest requests and complaints.</a:t>
            </a:r>
          </a:p>
        </p:txBody>
      </p:sp>
      <p:sp>
        <p:nvSpPr>
          <p:cNvPr id="14" name="slide-8-vendor-3-frame">
            <a:extLst xmlns:a="http://schemas.openxmlformats.org/drawingml/2006/main">
              <a:ext uri="{FF2B5EF4-FFF2-40B4-BE49-F238E27FC236}">
                <a16:creationId xmlns:a16="http://schemas.microsoft.com/office/drawing/2014/main" id="{A528F7C3-EE54-43D6-A182-5A28E63764B8}"/>
              </a:ext>
            </a:extLst>
          </p:cNvPr>
          <p:cNvSpPr>
            <a:spLocks xmlns:a="http://schemas.openxmlformats.org/drawingml/2006/main" noGrp="1"/>
          </p:cNvSpPr>
          <p:nvPr/>
        </p:nvSpPr>
        <p:spPr>
          <a:xfrm xmlns:a="http://schemas.openxmlformats.org/drawingml/2006/main">
            <a:off x="9134475"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15" name="slide-8-vendor-3-accent">
            <a:extLst xmlns:a="http://schemas.openxmlformats.org/drawingml/2006/main">
              <a:ext uri="{FF2B5EF4-FFF2-40B4-BE49-F238E27FC236}">
                <a16:creationId xmlns:a16="http://schemas.microsoft.com/office/drawing/2014/main" id="{26A3A6DB-E171-4815-820B-CA2991772553}"/>
              </a:ext>
            </a:extLst>
          </p:cNvPr>
          <p:cNvSpPr>
            <a:spLocks xmlns:a="http://schemas.openxmlformats.org/drawingml/2006/main" noGrp="1"/>
          </p:cNvSpPr>
          <p:nvPr/>
        </p:nvSpPr>
        <p:spPr>
          <a:xfrm xmlns:a="http://schemas.openxmlformats.org/drawingml/2006/main">
            <a:off x="9134475"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16" name="slide-8-vendor-3-title">
            <a:extLst xmlns:a="http://schemas.openxmlformats.org/drawingml/2006/main">
              <a:ext uri="{FF2B5EF4-FFF2-40B4-BE49-F238E27FC236}">
                <a16:creationId xmlns:a16="http://schemas.microsoft.com/office/drawing/2014/main" id="{3206460C-C187-4E35-A64C-C6C548CA1F03}"/>
              </a:ext>
            </a:extLst>
          </p:cNvPr>
          <p:cNvSpPr>
            <a:spLocks xmlns:a="http://schemas.openxmlformats.org/drawingml/2006/main" noGrp="1"/>
          </p:cNvSpPr>
          <p:nvPr/>
        </p:nvSpPr>
        <p:spPr>
          <a:xfrm xmlns:a="http://schemas.openxmlformats.org/drawingml/2006/main">
            <a:off x="9401175"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ALLIANTS CORE</a:t>
            </a:r>
          </a:p>
        </p:txBody>
      </p:sp>
      <p:sp>
        <p:nvSpPr>
          <p:cNvPr id="17" name="slide-8-vendor-3-body">
            <a:extLst xmlns:a="http://schemas.openxmlformats.org/drawingml/2006/main">
              <a:ext uri="{FF2B5EF4-FFF2-40B4-BE49-F238E27FC236}">
                <a16:creationId xmlns:a16="http://schemas.microsoft.com/office/drawing/2014/main" id="{6E0FB1D4-F7DA-4307-BD08-A04033A0C469}"/>
              </a:ext>
            </a:extLst>
          </p:cNvPr>
          <p:cNvSpPr>
            <a:spLocks xmlns:a="http://schemas.openxmlformats.org/drawingml/2006/main" noGrp="1"/>
          </p:cNvSpPr>
          <p:nvPr/>
        </p:nvSpPr>
        <p:spPr>
          <a:xfrm xmlns:a="http://schemas.openxmlformats.org/drawingml/2006/main">
            <a:off x="9401175"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Connects guest context across systems, including visitors and restaurant patrons.</a:t>
            </a:r>
          </a:p>
        </p:txBody>
      </p:sp>
      <p:sp>
        <p:nvSpPr>
          <p:cNvPr id="18" name="slide-8-vendor-4-frame">
            <a:extLst xmlns:a="http://schemas.openxmlformats.org/drawingml/2006/main">
              <a:ext uri="{FF2B5EF4-FFF2-40B4-BE49-F238E27FC236}">
                <a16:creationId xmlns:a16="http://schemas.microsoft.com/office/drawing/2014/main" id="{CBC69159-D76B-41B2-882C-54ABE28398E1}"/>
              </a:ext>
            </a:extLst>
          </p:cNvPr>
          <p:cNvSpPr>
            <a:spLocks xmlns:a="http://schemas.openxmlformats.org/drawingml/2006/main" noGrp="1"/>
          </p:cNvSpPr>
          <p:nvPr/>
        </p:nvSpPr>
        <p:spPr>
          <a:xfrm xmlns:a="http://schemas.openxmlformats.org/drawingml/2006/main">
            <a:off x="13201650" y="2038350"/>
            <a:ext cx="385762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19" name="slide-8-vendor-4-accent">
            <a:extLst xmlns:a="http://schemas.openxmlformats.org/drawingml/2006/main">
              <a:ext uri="{FF2B5EF4-FFF2-40B4-BE49-F238E27FC236}">
                <a16:creationId xmlns:a16="http://schemas.microsoft.com/office/drawing/2014/main" id="{3EF1B1B9-CFFA-475F-B71A-FD48ACF8E5FD}"/>
              </a:ext>
            </a:extLst>
          </p:cNvPr>
          <p:cNvSpPr>
            <a:spLocks xmlns:a="http://schemas.openxmlformats.org/drawingml/2006/main" noGrp="1"/>
          </p:cNvSpPr>
          <p:nvPr/>
        </p:nvSpPr>
        <p:spPr>
          <a:xfrm xmlns:a="http://schemas.openxmlformats.org/drawingml/2006/main">
            <a:off x="13201650" y="2038350"/>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20" name="slide-8-vendor-4-title">
            <a:extLst xmlns:a="http://schemas.openxmlformats.org/drawingml/2006/main">
              <a:ext uri="{FF2B5EF4-FFF2-40B4-BE49-F238E27FC236}">
                <a16:creationId xmlns:a16="http://schemas.microsoft.com/office/drawing/2014/main" id="{338FD0F0-AEBB-487C-AD06-4CAD134A1816}"/>
              </a:ext>
            </a:extLst>
          </p:cNvPr>
          <p:cNvSpPr>
            <a:spLocks xmlns:a="http://schemas.openxmlformats.org/drawingml/2006/main" noGrp="1"/>
          </p:cNvSpPr>
          <p:nvPr/>
        </p:nvSpPr>
        <p:spPr>
          <a:xfrm xmlns:a="http://schemas.openxmlformats.org/drawingml/2006/main">
            <a:off x="13468350" y="2219325"/>
            <a:ext cx="3362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SOFTSERVE FACE ID</a:t>
            </a:r>
          </a:p>
        </p:txBody>
      </p:sp>
      <p:sp>
        <p:nvSpPr>
          <p:cNvPr id="21" name="slide-8-vendor-4-body">
            <a:extLst xmlns:a="http://schemas.openxmlformats.org/drawingml/2006/main">
              <a:ext uri="{FF2B5EF4-FFF2-40B4-BE49-F238E27FC236}">
                <a16:creationId xmlns:a16="http://schemas.microsoft.com/office/drawing/2014/main" id="{988D2B5D-D4EC-4D65-BD35-DC9404850723}"/>
              </a:ext>
            </a:extLst>
          </p:cNvPr>
          <p:cNvSpPr>
            <a:spLocks xmlns:a="http://schemas.openxmlformats.org/drawingml/2006/main" noGrp="1"/>
          </p:cNvSpPr>
          <p:nvPr/>
        </p:nvSpPr>
        <p:spPr>
          <a:xfrm xmlns:a="http://schemas.openxmlformats.org/drawingml/2006/main">
            <a:off x="13468350" y="2762250"/>
            <a:ext cx="33623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A hands-free AR face-ID demo lists hospitality as a use case.</a:t>
            </a:r>
          </a:p>
        </p:txBody>
      </p:sp>
      <p:sp>
        <p:nvSpPr>
          <p:cNvPr id="22" name="slide-8-workflow-heading">
            <a:extLst xmlns:a="http://schemas.openxmlformats.org/drawingml/2006/main">
              <a:ext uri="{FF2B5EF4-FFF2-40B4-BE49-F238E27FC236}">
                <a16:creationId xmlns:a16="http://schemas.microsoft.com/office/drawing/2014/main" id="{F84C9645-3BF3-4BF5-878D-5AA8C5445192}"/>
              </a:ext>
            </a:extLst>
          </p:cNvPr>
          <p:cNvSpPr>
            <a:spLocks xmlns:a="http://schemas.openxmlformats.org/drawingml/2006/main" noGrp="1"/>
          </p:cNvSpPr>
          <p:nvPr/>
        </p:nvSpPr>
        <p:spPr>
          <a:xfrm xmlns:a="http://schemas.openxmlformats.org/drawingml/2006/main">
            <a:off x="1047750" y="4238625"/>
            <a:ext cx="762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2175" b="1">
                <a:solidFill>
                  <a:srgbClr val="2453A6"/>
                </a:solidFill>
                <a:latin typeface="Helvetica Neue"/>
                <a:ea typeface="Helvetica Neue"/>
                <a:cs typeface="Helvetica Neue"/>
              </a:defRPr>
            </a:defPPr>
            <a:lvl1pPr algn="l">
              <a:buNone/>
              <a:defRPr sz="2175" b="1">
                <a:solidFill>
                  <a:srgbClr val="2453A6"/>
                </a:solidFill>
                <a:latin typeface="Helvetica Neue"/>
                <a:ea typeface="Helvetica Neue"/>
                <a:cs typeface="Helvetica Neue"/>
              </a:defRPr>
            </a:lvl1pPr>
            <a:lvl2pPr algn="l">
              <a:buNone/>
              <a:defRPr sz="2175" b="1">
                <a:solidFill>
                  <a:srgbClr val="2453A6"/>
                </a:solidFill>
                <a:latin typeface="Helvetica Neue"/>
                <a:ea typeface="Helvetica Neue"/>
                <a:cs typeface="Helvetica Neue"/>
              </a:defRPr>
            </a:lvl2pPr>
            <a:lvl3pPr algn="l">
              <a:buNone/>
              <a:defRPr sz="2175" b="1">
                <a:solidFill>
                  <a:srgbClr val="2453A6"/>
                </a:solidFill>
                <a:latin typeface="Helvetica Neue"/>
                <a:ea typeface="Helvetica Neue"/>
                <a:cs typeface="Helvetica Neue"/>
              </a:defRPr>
            </a:lvl3pPr>
            <a:lvl4pPr algn="l">
              <a:buNone/>
              <a:defRPr sz="2175" b="1">
                <a:solidFill>
                  <a:srgbClr val="2453A6"/>
                </a:solidFill>
                <a:latin typeface="Helvetica Neue"/>
                <a:ea typeface="Helvetica Neue"/>
                <a:cs typeface="Helvetica Neue"/>
              </a:defRPr>
            </a:lvl4pPr>
            <a:lvl5pPr algn="l">
              <a:buNone/>
              <a:defRPr sz="2175" b="1">
                <a:solidFill>
                  <a:srgbClr val="2453A6"/>
                </a:solidFill>
                <a:latin typeface="Helvetica Neue"/>
                <a:ea typeface="Helvetica Neue"/>
                <a:cs typeface="Helvetica Neue"/>
              </a:defRPr>
            </a:lvl5pPr>
            <a:lvl6pPr algn="l">
              <a:buNone/>
              <a:defRPr sz="2175" b="1">
                <a:solidFill>
                  <a:srgbClr val="2453A6"/>
                </a:solidFill>
                <a:latin typeface="Helvetica Neue"/>
                <a:ea typeface="Helvetica Neue"/>
                <a:cs typeface="Helvetica Neue"/>
              </a:defRPr>
            </a:lvl6pPr>
            <a:lvl7pPr algn="l">
              <a:buNone/>
              <a:defRPr sz="2175" b="1">
                <a:solidFill>
                  <a:srgbClr val="2453A6"/>
                </a:solidFill>
                <a:latin typeface="Helvetica Neue"/>
                <a:ea typeface="Helvetica Neue"/>
                <a:cs typeface="Helvetica Neue"/>
              </a:defRPr>
            </a:lvl7pPr>
            <a:lvl8pPr algn="l">
              <a:buNone/>
              <a:defRPr sz="2175" b="1">
                <a:solidFill>
                  <a:srgbClr val="2453A6"/>
                </a:solidFill>
                <a:latin typeface="Helvetica Neue"/>
                <a:ea typeface="Helvetica Neue"/>
                <a:cs typeface="Helvetica Neue"/>
              </a:defRPr>
            </a:lvl8pPr>
            <a:lvl9pPr algn="l">
              <a:buNone/>
              <a:defRPr sz="2175" b="1">
                <a:solidFill>
                  <a:srgbClr val="2453A6"/>
                </a:solidFill>
                <a:latin typeface="Helvetica Neue"/>
                <a:ea typeface="Helvetica Neue"/>
                <a:cs typeface="Helvetica Neue"/>
              </a:defRPr>
            </a:lvl9pPr>
          </a:lstStyle>
          <a:p xmlns:a="http://schemas.openxmlformats.org/drawingml/2006/main">
            <a:pPr algn="l">
              <a:lnSpc>
                <a:spcPct val="100000"/>
              </a:lnSpc>
              <a:buNone/>
              <a:defRPr sz="2175" b="1">
                <a:solidFill>
                  <a:srgbClr val="2453A6"/>
                </a:solidFill>
                <a:latin typeface="Helvetica Neue"/>
                <a:ea typeface="Helvetica Neue"/>
                <a:cs typeface="Helvetica Neue"/>
              </a:defRPr>
            </a:pPr>
            <a:r>
              <a:rPr sz="2175" b="1">
                <a:solidFill>
                  <a:srgbClr val="2453A6"/>
                </a:solidFill>
                <a:latin typeface="Helvetica Neue"/>
                <a:ea typeface="Helvetica Neue"/>
                <a:cs typeface="Helvetica Neue"/>
              </a:rPr>
              <a:t>COMPLETE WORKFLOWS</a:t>
            </a:r>
          </a:p>
        </p:txBody>
      </p:sp>
      <p:sp>
        <p:nvSpPr>
          <p:cNvPr id="23" name="slide-8-concept-1-frame">
            <a:extLst xmlns:a="http://schemas.openxmlformats.org/drawingml/2006/main">
              <a:ext uri="{FF2B5EF4-FFF2-40B4-BE49-F238E27FC236}">
                <a16:creationId xmlns:a16="http://schemas.microsoft.com/office/drawing/2014/main" id="{2FA5F2D7-6FC5-44DF-B51C-8EB0FBED25CF}"/>
              </a:ext>
            </a:extLst>
          </p:cNvPr>
          <p:cNvSpPr>
            <a:spLocks xmlns:a="http://schemas.openxmlformats.org/drawingml/2006/main" noGrp="1"/>
          </p:cNvSpPr>
          <p:nvPr/>
        </p:nvSpPr>
        <p:spPr>
          <a:xfrm xmlns:a="http://schemas.openxmlformats.org/drawingml/2006/main">
            <a:off x="1047750" y="4857750"/>
            <a:ext cx="5191125"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7DDE7"/>
            </a:solidFill>
            <a:prstDash val="solid"/>
          </a:ln>
        </p:spPr>
      </p:sp>
      <p:sp>
        <p:nvSpPr>
          <p:cNvPr id="24" name="slide-8-concept-1-accent">
            <a:extLst xmlns:a="http://schemas.openxmlformats.org/drawingml/2006/main">
              <a:ext uri="{FF2B5EF4-FFF2-40B4-BE49-F238E27FC236}">
                <a16:creationId xmlns:a16="http://schemas.microsoft.com/office/drawing/2014/main" id="{D5AA832D-8928-44A6-824F-A2066D7E08E3}"/>
              </a:ext>
            </a:extLst>
          </p:cNvPr>
          <p:cNvSpPr>
            <a:spLocks xmlns:a="http://schemas.openxmlformats.org/drawingml/2006/main" noGrp="1"/>
          </p:cNvSpPr>
          <p:nvPr/>
        </p:nvSpPr>
        <p:spPr>
          <a:xfrm xmlns:a="http://schemas.openxmlformats.org/drawingml/2006/main">
            <a:off x="1047750" y="4857750"/>
            <a:ext cx="95250" cy="2952750"/>
          </a:xfrm>
          <a:prstGeom xmlns:a="http://schemas.openxmlformats.org/drawingml/2006/main" prst="rect">
            <a:avLst/>
          </a:prstGeom>
          <a:solidFill xmlns:a="http://schemas.openxmlformats.org/drawingml/2006/main">
            <a:srgbClr val="5D6878"/>
          </a:solidFill>
          <a:ln xmlns:a="http://schemas.openxmlformats.org/drawingml/2006/main" w="0">
            <a:solidFill>
              <a:srgbClr val="5D6878"/>
            </a:solidFill>
            <a:prstDash val="solid"/>
          </a:ln>
        </p:spPr>
      </p:sp>
      <p:sp>
        <p:nvSpPr>
          <p:cNvPr id="25" name="slide-8-concept-1-title">
            <a:extLst xmlns:a="http://schemas.openxmlformats.org/drawingml/2006/main">
              <a:ext uri="{FF2B5EF4-FFF2-40B4-BE49-F238E27FC236}">
                <a16:creationId xmlns:a16="http://schemas.microsoft.com/office/drawing/2014/main" id="{5AD52925-EA39-43C0-900A-676127BD6C58}"/>
              </a:ext>
            </a:extLst>
          </p:cNvPr>
          <p:cNvSpPr>
            <a:spLocks xmlns:a="http://schemas.openxmlformats.org/drawingml/2006/main" noGrp="1"/>
          </p:cNvSpPr>
          <p:nvPr/>
        </p:nvSpPr>
        <p:spPr>
          <a:xfrm xmlns:a="http://schemas.openxmlformats.org/drawingml/2006/main">
            <a:off x="1314450" y="5038725"/>
            <a:ext cx="4695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875" b="1">
                <a:solidFill>
                  <a:srgbClr val="193F84"/>
                </a:solidFill>
                <a:latin typeface="Helvetica Neue"/>
                <a:ea typeface="Helvetica Neue"/>
                <a:cs typeface="Helvetica Neue"/>
              </a:defRPr>
            </a:defPPr>
            <a:lvl1pPr algn="l">
              <a:buNone/>
              <a:defRPr sz="1875" b="1">
                <a:solidFill>
                  <a:srgbClr val="193F84"/>
                </a:solidFill>
                <a:latin typeface="Helvetica Neue"/>
                <a:ea typeface="Helvetica Neue"/>
                <a:cs typeface="Helvetica Neue"/>
              </a:defRPr>
            </a:lvl1pPr>
            <a:lvl2pPr algn="l">
              <a:buNone/>
              <a:defRPr sz="1875" b="1">
                <a:solidFill>
                  <a:srgbClr val="193F84"/>
                </a:solidFill>
                <a:latin typeface="Helvetica Neue"/>
                <a:ea typeface="Helvetica Neue"/>
                <a:cs typeface="Helvetica Neue"/>
              </a:defRPr>
            </a:lvl2pPr>
            <a:lvl3pPr algn="l">
              <a:buNone/>
              <a:defRPr sz="1875" b="1">
                <a:solidFill>
                  <a:srgbClr val="193F84"/>
                </a:solidFill>
                <a:latin typeface="Helvetica Neue"/>
                <a:ea typeface="Helvetica Neue"/>
                <a:cs typeface="Helvetica Neue"/>
              </a:defRPr>
            </a:lvl3pPr>
            <a:lvl4pPr algn="l">
              <a:buNone/>
              <a:defRPr sz="1875" b="1">
                <a:solidFill>
                  <a:srgbClr val="193F84"/>
                </a:solidFill>
                <a:latin typeface="Helvetica Neue"/>
                <a:ea typeface="Helvetica Neue"/>
                <a:cs typeface="Helvetica Neue"/>
              </a:defRPr>
            </a:lvl4pPr>
            <a:lvl5pPr algn="l">
              <a:buNone/>
              <a:defRPr sz="1875" b="1">
                <a:solidFill>
                  <a:srgbClr val="193F84"/>
                </a:solidFill>
                <a:latin typeface="Helvetica Neue"/>
                <a:ea typeface="Helvetica Neue"/>
                <a:cs typeface="Helvetica Neue"/>
              </a:defRPr>
            </a:lvl5pPr>
            <a:lvl6pPr algn="l">
              <a:buNone/>
              <a:defRPr sz="1875" b="1">
                <a:solidFill>
                  <a:srgbClr val="193F84"/>
                </a:solidFill>
                <a:latin typeface="Helvetica Neue"/>
                <a:ea typeface="Helvetica Neue"/>
                <a:cs typeface="Helvetica Neue"/>
              </a:defRPr>
            </a:lvl6pPr>
            <a:lvl7pPr algn="l">
              <a:buNone/>
              <a:defRPr sz="1875" b="1">
                <a:solidFill>
                  <a:srgbClr val="193F84"/>
                </a:solidFill>
                <a:latin typeface="Helvetica Neue"/>
                <a:ea typeface="Helvetica Neue"/>
                <a:cs typeface="Helvetica Neue"/>
              </a:defRPr>
            </a:lvl7pPr>
            <a:lvl8pPr algn="l">
              <a:buNone/>
              <a:defRPr sz="1875" b="1">
                <a:solidFill>
                  <a:srgbClr val="193F84"/>
                </a:solidFill>
                <a:latin typeface="Helvetica Neue"/>
                <a:ea typeface="Helvetica Neue"/>
                <a:cs typeface="Helvetica Neue"/>
              </a:defRPr>
            </a:lvl8pPr>
            <a:lvl9pPr algn="l">
              <a:buNone/>
              <a:defRPr sz="1875" b="1">
                <a:solidFill>
                  <a:srgbClr val="193F84"/>
                </a:solidFill>
                <a:latin typeface="Helvetica Neue"/>
                <a:ea typeface="Helvetica Neue"/>
                <a:cs typeface="Helvetica Neue"/>
              </a:defRPr>
            </a:lvl9pPr>
          </a:lstStyle>
          <a:p xmlns:a="http://schemas.openxmlformats.org/drawingml/2006/main">
            <a:pPr algn="l">
              <a:lnSpc>
                <a:spcPct val="100000"/>
              </a:lnSpc>
              <a:buNone/>
              <a:defRPr sz="1875" b="1">
                <a:solidFill>
                  <a:srgbClr val="193F84"/>
                </a:solidFill>
                <a:latin typeface="Helvetica Neue"/>
                <a:ea typeface="Helvetica Neue"/>
                <a:cs typeface="Helvetica Neue"/>
              </a:defRPr>
            </a:pPr>
            <a:r>
              <a:rPr sz="1875" b="1">
                <a:solidFill>
                  <a:srgbClr val="193F84"/>
                </a:solidFill>
                <a:latin typeface="Helvetica Neue"/>
                <a:ea typeface="Helvetica Neue"/>
                <a:cs typeface="Helvetica Neue"/>
              </a:rPr>
              <a:t>A · Profile note + phone lookup</a:t>
            </a:r>
          </a:p>
        </p:txBody>
      </p:sp>
      <p:sp>
        <p:nvSpPr>
          <p:cNvPr id="26" name="slide-8-concept-1-body">
            <a:extLst xmlns:a="http://schemas.openxmlformats.org/drawingml/2006/main">
              <a:ext uri="{FF2B5EF4-FFF2-40B4-BE49-F238E27FC236}">
                <a16:creationId xmlns:a16="http://schemas.microsoft.com/office/drawing/2014/main" id="{24A2D383-55BF-4F17-8F18-834121BF4DD2}"/>
              </a:ext>
            </a:extLst>
          </p:cNvPr>
          <p:cNvSpPr>
            <a:spLocks xmlns:a="http://schemas.openxmlformats.org/drawingml/2006/main" noGrp="1"/>
          </p:cNvSpPr>
          <p:nvPr/>
        </p:nvSpPr>
        <p:spPr>
          <a:xfrm xmlns:a="http://schemas.openxmlformats.org/drawingml/2006/main">
            <a:off x="1314450" y="5638800"/>
            <a:ext cx="469582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650" b="0">
                <a:solidFill>
                  <a:srgbClr val="26344A"/>
                </a:solidFill>
                <a:latin typeface="Helvetica Neue"/>
                <a:ea typeface="Helvetica Neue"/>
                <a:cs typeface="Helvetica Neue"/>
              </a:defRPr>
            </a:defPPr>
            <a:lvl1pPr algn="l">
              <a:buNone/>
              <a:defRPr sz="1650" b="0">
                <a:solidFill>
                  <a:srgbClr val="26344A"/>
                </a:solidFill>
                <a:latin typeface="Helvetica Neue"/>
                <a:ea typeface="Helvetica Neue"/>
                <a:cs typeface="Helvetica Neue"/>
              </a:defRPr>
            </a:lvl1pPr>
            <a:lvl2pPr algn="l">
              <a:buNone/>
              <a:defRPr sz="1650" b="0">
                <a:solidFill>
                  <a:srgbClr val="26344A"/>
                </a:solidFill>
                <a:latin typeface="Helvetica Neue"/>
                <a:ea typeface="Helvetica Neue"/>
                <a:cs typeface="Helvetica Neue"/>
              </a:defRPr>
            </a:lvl2pPr>
            <a:lvl3pPr algn="l">
              <a:buNone/>
              <a:defRPr sz="1650" b="0">
                <a:solidFill>
                  <a:srgbClr val="26344A"/>
                </a:solidFill>
                <a:latin typeface="Helvetica Neue"/>
                <a:ea typeface="Helvetica Neue"/>
                <a:cs typeface="Helvetica Neue"/>
              </a:defRPr>
            </a:lvl3pPr>
            <a:lvl4pPr algn="l">
              <a:buNone/>
              <a:defRPr sz="1650" b="0">
                <a:solidFill>
                  <a:srgbClr val="26344A"/>
                </a:solidFill>
                <a:latin typeface="Helvetica Neue"/>
                <a:ea typeface="Helvetica Neue"/>
                <a:cs typeface="Helvetica Neue"/>
              </a:defRPr>
            </a:lvl4pPr>
            <a:lvl5pPr algn="l">
              <a:buNone/>
              <a:defRPr sz="1650" b="0">
                <a:solidFill>
                  <a:srgbClr val="26344A"/>
                </a:solidFill>
                <a:latin typeface="Helvetica Neue"/>
                <a:ea typeface="Helvetica Neue"/>
                <a:cs typeface="Helvetica Neue"/>
              </a:defRPr>
            </a:lvl5pPr>
            <a:lvl6pPr algn="l">
              <a:buNone/>
              <a:defRPr sz="1650" b="0">
                <a:solidFill>
                  <a:srgbClr val="26344A"/>
                </a:solidFill>
                <a:latin typeface="Helvetica Neue"/>
                <a:ea typeface="Helvetica Neue"/>
                <a:cs typeface="Helvetica Neue"/>
              </a:defRPr>
            </a:lvl6pPr>
            <a:lvl7pPr algn="l">
              <a:buNone/>
              <a:defRPr sz="1650" b="0">
                <a:solidFill>
                  <a:srgbClr val="26344A"/>
                </a:solidFill>
                <a:latin typeface="Helvetica Neue"/>
                <a:ea typeface="Helvetica Neue"/>
                <a:cs typeface="Helvetica Neue"/>
              </a:defRPr>
            </a:lvl7pPr>
            <a:lvl8pPr algn="l">
              <a:buNone/>
              <a:defRPr sz="1650" b="0">
                <a:solidFill>
                  <a:srgbClr val="26344A"/>
                </a:solidFill>
                <a:latin typeface="Helvetica Neue"/>
                <a:ea typeface="Helvetica Neue"/>
                <a:cs typeface="Helvetica Neue"/>
              </a:defRPr>
            </a:lvl8pPr>
            <a:lvl9pPr algn="l">
              <a:buNone/>
              <a:defRPr sz="1650" b="0">
                <a:solidFill>
                  <a:srgbClr val="26344A"/>
                </a:solidFill>
                <a:latin typeface="Helvetica Neue"/>
                <a:ea typeface="Helvetica Neue"/>
                <a:cs typeface="Helvetica Neue"/>
              </a:defRPr>
            </a:lvl9pPr>
          </a:lstStyle>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Uses existing hotel records.</a:t>
            </a:r>
          </a:p>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Trade-off: staff must search at the service moment.</a:t>
            </a:r>
          </a:p>
        </p:txBody>
      </p:sp>
      <p:sp>
        <p:nvSpPr>
          <p:cNvPr id="27" name="slide-8-concept-2-frame">
            <a:extLst xmlns:a="http://schemas.openxmlformats.org/drawingml/2006/main">
              <a:ext uri="{FF2B5EF4-FFF2-40B4-BE49-F238E27FC236}">
                <a16:creationId xmlns:a16="http://schemas.microsoft.com/office/drawing/2014/main" id="{24CDB096-1B9F-4777-BE66-EF6D1694B759}"/>
              </a:ext>
            </a:extLst>
          </p:cNvPr>
          <p:cNvSpPr>
            <a:spLocks xmlns:a="http://schemas.openxmlformats.org/drawingml/2006/main" noGrp="1"/>
          </p:cNvSpPr>
          <p:nvPr/>
        </p:nvSpPr>
        <p:spPr>
          <a:xfrm xmlns:a="http://schemas.openxmlformats.org/drawingml/2006/main">
            <a:off x="6477000" y="4857750"/>
            <a:ext cx="5191125"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7DDE7"/>
            </a:solidFill>
            <a:prstDash val="solid"/>
          </a:ln>
        </p:spPr>
      </p:sp>
      <p:sp>
        <p:nvSpPr>
          <p:cNvPr id="28" name="slide-8-concept-2-accent">
            <a:extLst xmlns:a="http://schemas.openxmlformats.org/drawingml/2006/main">
              <a:ext uri="{FF2B5EF4-FFF2-40B4-BE49-F238E27FC236}">
                <a16:creationId xmlns:a16="http://schemas.microsoft.com/office/drawing/2014/main" id="{9F2DFD8D-A7AD-459C-ACF8-A245596D81F9}"/>
              </a:ext>
            </a:extLst>
          </p:cNvPr>
          <p:cNvSpPr>
            <a:spLocks xmlns:a="http://schemas.openxmlformats.org/drawingml/2006/main" noGrp="1"/>
          </p:cNvSpPr>
          <p:nvPr/>
        </p:nvSpPr>
        <p:spPr>
          <a:xfrm xmlns:a="http://schemas.openxmlformats.org/drawingml/2006/main">
            <a:off x="6477000" y="4857750"/>
            <a:ext cx="95250" cy="29527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29" name="slide-8-concept-2-title">
            <a:extLst xmlns:a="http://schemas.openxmlformats.org/drawingml/2006/main">
              <a:ext uri="{FF2B5EF4-FFF2-40B4-BE49-F238E27FC236}">
                <a16:creationId xmlns:a16="http://schemas.microsoft.com/office/drawing/2014/main" id="{060DCE29-DB77-46EA-BFE7-0C1B34AFA7ED}"/>
              </a:ext>
            </a:extLst>
          </p:cNvPr>
          <p:cNvSpPr>
            <a:spLocks xmlns:a="http://schemas.openxmlformats.org/drawingml/2006/main" noGrp="1"/>
          </p:cNvSpPr>
          <p:nvPr/>
        </p:nvSpPr>
        <p:spPr>
          <a:xfrm xmlns:a="http://schemas.openxmlformats.org/drawingml/2006/main">
            <a:off x="6743700" y="5038725"/>
            <a:ext cx="4695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875" b="1">
                <a:solidFill>
                  <a:srgbClr val="193F84"/>
                </a:solidFill>
                <a:latin typeface="Helvetica Neue"/>
                <a:ea typeface="Helvetica Neue"/>
                <a:cs typeface="Helvetica Neue"/>
              </a:defRPr>
            </a:defPPr>
            <a:lvl1pPr algn="l">
              <a:buNone/>
              <a:defRPr sz="1875" b="1">
                <a:solidFill>
                  <a:srgbClr val="193F84"/>
                </a:solidFill>
                <a:latin typeface="Helvetica Neue"/>
                <a:ea typeface="Helvetica Neue"/>
                <a:cs typeface="Helvetica Neue"/>
              </a:defRPr>
            </a:lvl1pPr>
            <a:lvl2pPr algn="l">
              <a:buNone/>
              <a:defRPr sz="1875" b="1">
                <a:solidFill>
                  <a:srgbClr val="193F84"/>
                </a:solidFill>
                <a:latin typeface="Helvetica Neue"/>
                <a:ea typeface="Helvetica Neue"/>
                <a:cs typeface="Helvetica Neue"/>
              </a:defRPr>
            </a:lvl2pPr>
            <a:lvl3pPr algn="l">
              <a:buNone/>
              <a:defRPr sz="1875" b="1">
                <a:solidFill>
                  <a:srgbClr val="193F84"/>
                </a:solidFill>
                <a:latin typeface="Helvetica Neue"/>
                <a:ea typeface="Helvetica Neue"/>
                <a:cs typeface="Helvetica Neue"/>
              </a:defRPr>
            </a:lvl3pPr>
            <a:lvl4pPr algn="l">
              <a:buNone/>
              <a:defRPr sz="1875" b="1">
                <a:solidFill>
                  <a:srgbClr val="193F84"/>
                </a:solidFill>
                <a:latin typeface="Helvetica Neue"/>
                <a:ea typeface="Helvetica Neue"/>
                <a:cs typeface="Helvetica Neue"/>
              </a:defRPr>
            </a:lvl4pPr>
            <a:lvl5pPr algn="l">
              <a:buNone/>
              <a:defRPr sz="1875" b="1">
                <a:solidFill>
                  <a:srgbClr val="193F84"/>
                </a:solidFill>
                <a:latin typeface="Helvetica Neue"/>
                <a:ea typeface="Helvetica Neue"/>
                <a:cs typeface="Helvetica Neue"/>
              </a:defRPr>
            </a:lvl5pPr>
            <a:lvl6pPr algn="l">
              <a:buNone/>
              <a:defRPr sz="1875" b="1">
                <a:solidFill>
                  <a:srgbClr val="193F84"/>
                </a:solidFill>
                <a:latin typeface="Helvetica Neue"/>
                <a:ea typeface="Helvetica Neue"/>
                <a:cs typeface="Helvetica Neue"/>
              </a:defRPr>
            </a:lvl6pPr>
            <a:lvl7pPr algn="l">
              <a:buNone/>
              <a:defRPr sz="1875" b="1">
                <a:solidFill>
                  <a:srgbClr val="193F84"/>
                </a:solidFill>
                <a:latin typeface="Helvetica Neue"/>
                <a:ea typeface="Helvetica Neue"/>
                <a:cs typeface="Helvetica Neue"/>
              </a:defRPr>
            </a:lvl7pPr>
            <a:lvl8pPr algn="l">
              <a:buNone/>
              <a:defRPr sz="1875" b="1">
                <a:solidFill>
                  <a:srgbClr val="193F84"/>
                </a:solidFill>
                <a:latin typeface="Helvetica Neue"/>
                <a:ea typeface="Helvetica Neue"/>
                <a:cs typeface="Helvetica Neue"/>
              </a:defRPr>
            </a:lvl8pPr>
            <a:lvl9pPr algn="l">
              <a:buNone/>
              <a:defRPr sz="1875" b="1">
                <a:solidFill>
                  <a:srgbClr val="193F84"/>
                </a:solidFill>
                <a:latin typeface="Helvetica Neue"/>
                <a:ea typeface="Helvetica Neue"/>
                <a:cs typeface="Helvetica Neue"/>
              </a:defRPr>
            </a:lvl9pPr>
          </a:lstStyle>
          <a:p xmlns:a="http://schemas.openxmlformats.org/drawingml/2006/main">
            <a:pPr algn="l">
              <a:lnSpc>
                <a:spcPct val="100000"/>
              </a:lnSpc>
              <a:buNone/>
              <a:defRPr sz="1875" b="1">
                <a:solidFill>
                  <a:srgbClr val="193F84"/>
                </a:solidFill>
                <a:latin typeface="Helvetica Neue"/>
                <a:ea typeface="Helvetica Neue"/>
                <a:cs typeface="Helvetica Neue"/>
              </a:defRPr>
            </a:pPr>
            <a:r>
              <a:rPr sz="1875" b="1">
                <a:solidFill>
                  <a:srgbClr val="193F84"/>
                </a:solidFill>
                <a:latin typeface="Helvetica Neue"/>
                <a:ea typeface="Helvetica Neue"/>
                <a:cs typeface="Helvetica Neue"/>
              </a:rPr>
              <a:t>B · Phone capture + glasses cue</a:t>
            </a:r>
          </a:p>
        </p:txBody>
      </p:sp>
      <p:sp>
        <p:nvSpPr>
          <p:cNvPr id="30" name="slide-8-concept-2-body">
            <a:extLst xmlns:a="http://schemas.openxmlformats.org/drawingml/2006/main">
              <a:ext uri="{FF2B5EF4-FFF2-40B4-BE49-F238E27FC236}">
                <a16:creationId xmlns:a16="http://schemas.microsoft.com/office/drawing/2014/main" id="{4FB36243-81B9-4951-8253-BC82E3A5E269}"/>
              </a:ext>
            </a:extLst>
          </p:cNvPr>
          <p:cNvSpPr>
            <a:spLocks xmlns:a="http://schemas.openxmlformats.org/drawingml/2006/main" noGrp="1"/>
          </p:cNvSpPr>
          <p:nvPr/>
        </p:nvSpPr>
        <p:spPr>
          <a:xfrm xmlns:a="http://schemas.openxmlformats.org/drawingml/2006/main">
            <a:off x="6743700" y="5638800"/>
            <a:ext cx="469582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650" b="0">
                <a:solidFill>
                  <a:srgbClr val="26344A"/>
                </a:solidFill>
                <a:latin typeface="Helvetica Neue"/>
                <a:ea typeface="Helvetica Neue"/>
                <a:cs typeface="Helvetica Neue"/>
              </a:defRPr>
            </a:defPPr>
            <a:lvl1pPr algn="l">
              <a:buNone/>
              <a:defRPr sz="1650" b="0">
                <a:solidFill>
                  <a:srgbClr val="26344A"/>
                </a:solidFill>
                <a:latin typeface="Helvetica Neue"/>
                <a:ea typeface="Helvetica Neue"/>
                <a:cs typeface="Helvetica Neue"/>
              </a:defRPr>
            </a:lvl1pPr>
            <a:lvl2pPr algn="l">
              <a:buNone/>
              <a:defRPr sz="1650" b="0">
                <a:solidFill>
                  <a:srgbClr val="26344A"/>
                </a:solidFill>
                <a:latin typeface="Helvetica Neue"/>
                <a:ea typeface="Helvetica Neue"/>
                <a:cs typeface="Helvetica Neue"/>
              </a:defRPr>
            </a:lvl2pPr>
            <a:lvl3pPr algn="l">
              <a:buNone/>
              <a:defRPr sz="1650" b="0">
                <a:solidFill>
                  <a:srgbClr val="26344A"/>
                </a:solidFill>
                <a:latin typeface="Helvetica Neue"/>
                <a:ea typeface="Helvetica Neue"/>
                <a:cs typeface="Helvetica Neue"/>
              </a:defRPr>
            </a:lvl3pPr>
            <a:lvl4pPr algn="l">
              <a:buNone/>
              <a:defRPr sz="1650" b="0">
                <a:solidFill>
                  <a:srgbClr val="26344A"/>
                </a:solidFill>
                <a:latin typeface="Helvetica Neue"/>
                <a:ea typeface="Helvetica Neue"/>
                <a:cs typeface="Helvetica Neue"/>
              </a:defRPr>
            </a:lvl4pPr>
            <a:lvl5pPr algn="l">
              <a:buNone/>
              <a:defRPr sz="1650" b="0">
                <a:solidFill>
                  <a:srgbClr val="26344A"/>
                </a:solidFill>
                <a:latin typeface="Helvetica Neue"/>
                <a:ea typeface="Helvetica Neue"/>
                <a:cs typeface="Helvetica Neue"/>
              </a:defRPr>
            </a:lvl5pPr>
            <a:lvl6pPr algn="l">
              <a:buNone/>
              <a:defRPr sz="1650" b="0">
                <a:solidFill>
                  <a:srgbClr val="26344A"/>
                </a:solidFill>
                <a:latin typeface="Helvetica Neue"/>
                <a:ea typeface="Helvetica Neue"/>
                <a:cs typeface="Helvetica Neue"/>
              </a:defRPr>
            </a:lvl6pPr>
            <a:lvl7pPr algn="l">
              <a:buNone/>
              <a:defRPr sz="1650" b="0">
                <a:solidFill>
                  <a:srgbClr val="26344A"/>
                </a:solidFill>
                <a:latin typeface="Helvetica Neue"/>
                <a:ea typeface="Helvetica Neue"/>
                <a:cs typeface="Helvetica Neue"/>
              </a:defRPr>
            </a:lvl7pPr>
            <a:lvl8pPr algn="l">
              <a:buNone/>
              <a:defRPr sz="1650" b="0">
                <a:solidFill>
                  <a:srgbClr val="26344A"/>
                </a:solidFill>
                <a:latin typeface="Helvetica Neue"/>
                <a:ea typeface="Helvetica Neue"/>
                <a:cs typeface="Helvetica Neue"/>
              </a:defRPr>
            </a:lvl8pPr>
            <a:lvl9pPr algn="l">
              <a:buNone/>
              <a:defRPr sz="1650" b="0">
                <a:solidFill>
                  <a:srgbClr val="26344A"/>
                </a:solidFill>
                <a:latin typeface="Helvetica Neue"/>
                <a:ea typeface="Helvetica Neue"/>
                <a:cs typeface="Helvetica Neue"/>
              </a:defRPr>
            </a:lvl9pPr>
          </a:lstStyle>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Adds a checked guest-approved note, then tests hands-free retrieval.</a:t>
            </a:r>
          </a:p>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Trade-off: integration and staff impact are unknown.</a:t>
            </a:r>
          </a:p>
        </p:txBody>
      </p:sp>
      <p:sp>
        <p:nvSpPr>
          <p:cNvPr id="31" name="slide-8-concept-3-frame">
            <a:extLst xmlns:a="http://schemas.openxmlformats.org/drawingml/2006/main">
              <a:ext uri="{FF2B5EF4-FFF2-40B4-BE49-F238E27FC236}">
                <a16:creationId xmlns:a16="http://schemas.microsoft.com/office/drawing/2014/main" id="{AAEF2DB8-7A30-43D1-B857-310021DE3F12}"/>
              </a:ext>
            </a:extLst>
          </p:cNvPr>
          <p:cNvSpPr>
            <a:spLocks xmlns:a="http://schemas.openxmlformats.org/drawingml/2006/main" noGrp="1"/>
          </p:cNvSpPr>
          <p:nvPr/>
        </p:nvSpPr>
        <p:spPr>
          <a:xfrm xmlns:a="http://schemas.openxmlformats.org/drawingml/2006/main">
            <a:off x="11906250" y="4857750"/>
            <a:ext cx="5191125" cy="295275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9050">
            <a:solidFill>
              <a:srgbClr val="D7DDE7"/>
            </a:solidFill>
            <a:prstDash val="solid"/>
          </a:ln>
        </p:spPr>
      </p:sp>
      <p:sp>
        <p:nvSpPr>
          <p:cNvPr id="32" name="slide-8-concept-3-accent">
            <a:extLst xmlns:a="http://schemas.openxmlformats.org/drawingml/2006/main">
              <a:ext uri="{FF2B5EF4-FFF2-40B4-BE49-F238E27FC236}">
                <a16:creationId xmlns:a16="http://schemas.microsoft.com/office/drawing/2014/main" id="{03BBFB80-6CEC-47B4-BC0F-FC948135B741}"/>
              </a:ext>
            </a:extLst>
          </p:cNvPr>
          <p:cNvSpPr>
            <a:spLocks xmlns:a="http://schemas.openxmlformats.org/drawingml/2006/main" noGrp="1"/>
          </p:cNvSpPr>
          <p:nvPr/>
        </p:nvSpPr>
        <p:spPr>
          <a:xfrm xmlns:a="http://schemas.openxmlformats.org/drawingml/2006/main">
            <a:off x="11906250" y="4857750"/>
            <a:ext cx="95250" cy="2952750"/>
          </a:xfrm>
          <a:prstGeom xmlns:a="http://schemas.openxmlformats.org/drawingml/2006/main" prst="rect">
            <a:avLst/>
          </a:prstGeom>
          <a:solidFill xmlns:a="http://schemas.openxmlformats.org/drawingml/2006/main">
            <a:srgbClr val="2C6B55"/>
          </a:solidFill>
          <a:ln xmlns:a="http://schemas.openxmlformats.org/drawingml/2006/main" w="0">
            <a:solidFill>
              <a:srgbClr val="2C6B55"/>
            </a:solidFill>
            <a:prstDash val="solid"/>
          </a:ln>
        </p:spPr>
      </p:sp>
      <p:sp>
        <p:nvSpPr>
          <p:cNvPr id="33" name="slide-8-concept-3-title">
            <a:extLst xmlns:a="http://schemas.openxmlformats.org/drawingml/2006/main">
              <a:ext uri="{FF2B5EF4-FFF2-40B4-BE49-F238E27FC236}">
                <a16:creationId xmlns:a16="http://schemas.microsoft.com/office/drawing/2014/main" id="{EAAC56E2-3CD7-4649-A880-01CD50CCAED9}"/>
              </a:ext>
            </a:extLst>
          </p:cNvPr>
          <p:cNvSpPr>
            <a:spLocks xmlns:a="http://schemas.openxmlformats.org/drawingml/2006/main" noGrp="1"/>
          </p:cNvSpPr>
          <p:nvPr/>
        </p:nvSpPr>
        <p:spPr>
          <a:xfrm xmlns:a="http://schemas.openxmlformats.org/drawingml/2006/main">
            <a:off x="12172950" y="5038725"/>
            <a:ext cx="4695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875" b="1">
                <a:solidFill>
                  <a:srgbClr val="193F84"/>
                </a:solidFill>
                <a:latin typeface="Helvetica Neue"/>
                <a:ea typeface="Helvetica Neue"/>
                <a:cs typeface="Helvetica Neue"/>
              </a:defRPr>
            </a:defPPr>
            <a:lvl1pPr algn="l">
              <a:buNone/>
              <a:defRPr sz="1875" b="1">
                <a:solidFill>
                  <a:srgbClr val="193F84"/>
                </a:solidFill>
                <a:latin typeface="Helvetica Neue"/>
                <a:ea typeface="Helvetica Neue"/>
                <a:cs typeface="Helvetica Neue"/>
              </a:defRPr>
            </a:lvl1pPr>
            <a:lvl2pPr algn="l">
              <a:buNone/>
              <a:defRPr sz="1875" b="1">
                <a:solidFill>
                  <a:srgbClr val="193F84"/>
                </a:solidFill>
                <a:latin typeface="Helvetica Neue"/>
                <a:ea typeface="Helvetica Neue"/>
                <a:cs typeface="Helvetica Neue"/>
              </a:defRPr>
            </a:lvl2pPr>
            <a:lvl3pPr algn="l">
              <a:buNone/>
              <a:defRPr sz="1875" b="1">
                <a:solidFill>
                  <a:srgbClr val="193F84"/>
                </a:solidFill>
                <a:latin typeface="Helvetica Neue"/>
                <a:ea typeface="Helvetica Neue"/>
                <a:cs typeface="Helvetica Neue"/>
              </a:defRPr>
            </a:lvl3pPr>
            <a:lvl4pPr algn="l">
              <a:buNone/>
              <a:defRPr sz="1875" b="1">
                <a:solidFill>
                  <a:srgbClr val="193F84"/>
                </a:solidFill>
                <a:latin typeface="Helvetica Neue"/>
                <a:ea typeface="Helvetica Neue"/>
                <a:cs typeface="Helvetica Neue"/>
              </a:defRPr>
            </a:lvl4pPr>
            <a:lvl5pPr algn="l">
              <a:buNone/>
              <a:defRPr sz="1875" b="1">
                <a:solidFill>
                  <a:srgbClr val="193F84"/>
                </a:solidFill>
                <a:latin typeface="Helvetica Neue"/>
                <a:ea typeface="Helvetica Neue"/>
                <a:cs typeface="Helvetica Neue"/>
              </a:defRPr>
            </a:lvl5pPr>
            <a:lvl6pPr algn="l">
              <a:buNone/>
              <a:defRPr sz="1875" b="1">
                <a:solidFill>
                  <a:srgbClr val="193F84"/>
                </a:solidFill>
                <a:latin typeface="Helvetica Neue"/>
                <a:ea typeface="Helvetica Neue"/>
                <a:cs typeface="Helvetica Neue"/>
              </a:defRPr>
            </a:lvl6pPr>
            <a:lvl7pPr algn="l">
              <a:buNone/>
              <a:defRPr sz="1875" b="1">
                <a:solidFill>
                  <a:srgbClr val="193F84"/>
                </a:solidFill>
                <a:latin typeface="Helvetica Neue"/>
                <a:ea typeface="Helvetica Neue"/>
                <a:cs typeface="Helvetica Neue"/>
              </a:defRPr>
            </a:lvl7pPr>
            <a:lvl8pPr algn="l">
              <a:buNone/>
              <a:defRPr sz="1875" b="1">
                <a:solidFill>
                  <a:srgbClr val="193F84"/>
                </a:solidFill>
                <a:latin typeface="Helvetica Neue"/>
                <a:ea typeface="Helvetica Neue"/>
                <a:cs typeface="Helvetica Neue"/>
              </a:defRPr>
            </a:lvl8pPr>
            <a:lvl9pPr algn="l">
              <a:buNone/>
              <a:defRPr sz="1875" b="1">
                <a:solidFill>
                  <a:srgbClr val="193F84"/>
                </a:solidFill>
                <a:latin typeface="Helvetica Neue"/>
                <a:ea typeface="Helvetica Neue"/>
                <a:cs typeface="Helvetica Neue"/>
              </a:defRPr>
            </a:lvl9pPr>
          </a:lstStyle>
          <a:p xmlns:a="http://schemas.openxmlformats.org/drawingml/2006/main">
            <a:pPr algn="l">
              <a:lnSpc>
                <a:spcPct val="100000"/>
              </a:lnSpc>
              <a:buNone/>
              <a:defRPr sz="1875" b="1">
                <a:solidFill>
                  <a:srgbClr val="193F84"/>
                </a:solidFill>
                <a:latin typeface="Helvetica Neue"/>
                <a:ea typeface="Helvetica Neue"/>
                <a:cs typeface="Helvetica Neue"/>
              </a:defRPr>
            </a:pPr>
            <a:r>
              <a:rPr sz="1875" b="1">
                <a:solidFill>
                  <a:srgbClr val="193F84"/>
                </a:solidFill>
                <a:latin typeface="Helvetica Neue"/>
                <a:ea typeface="Helvetica Neue"/>
                <a:cs typeface="Helvetica Neue"/>
              </a:rPr>
              <a:t>C · Glasses match only</a:t>
            </a:r>
          </a:p>
        </p:txBody>
      </p:sp>
      <p:sp>
        <p:nvSpPr>
          <p:cNvPr id="34" name="slide-8-concept-3-body">
            <a:extLst xmlns:a="http://schemas.openxmlformats.org/drawingml/2006/main">
              <a:ext uri="{FF2B5EF4-FFF2-40B4-BE49-F238E27FC236}">
                <a16:creationId xmlns:a16="http://schemas.microsoft.com/office/drawing/2014/main" id="{FEB733A6-C6AE-4D45-99A2-30B98E515509}"/>
              </a:ext>
            </a:extLst>
          </p:cNvPr>
          <p:cNvSpPr>
            <a:spLocks xmlns:a="http://schemas.openxmlformats.org/drawingml/2006/main" noGrp="1"/>
          </p:cNvSpPr>
          <p:nvPr/>
        </p:nvSpPr>
        <p:spPr>
          <a:xfrm xmlns:a="http://schemas.openxmlformats.org/drawingml/2006/main">
            <a:off x="12172950" y="5638800"/>
            <a:ext cx="469582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650" b="0">
                <a:solidFill>
                  <a:srgbClr val="26344A"/>
                </a:solidFill>
                <a:latin typeface="Helvetica Neue"/>
                <a:ea typeface="Helvetica Neue"/>
                <a:cs typeface="Helvetica Neue"/>
              </a:defRPr>
            </a:defPPr>
            <a:lvl1pPr algn="l">
              <a:buNone/>
              <a:defRPr sz="1650" b="0">
                <a:solidFill>
                  <a:srgbClr val="26344A"/>
                </a:solidFill>
                <a:latin typeface="Helvetica Neue"/>
                <a:ea typeface="Helvetica Neue"/>
                <a:cs typeface="Helvetica Neue"/>
              </a:defRPr>
            </a:lvl1pPr>
            <a:lvl2pPr algn="l">
              <a:buNone/>
              <a:defRPr sz="1650" b="0">
                <a:solidFill>
                  <a:srgbClr val="26344A"/>
                </a:solidFill>
                <a:latin typeface="Helvetica Neue"/>
                <a:ea typeface="Helvetica Neue"/>
                <a:cs typeface="Helvetica Neue"/>
              </a:defRPr>
            </a:lvl2pPr>
            <a:lvl3pPr algn="l">
              <a:buNone/>
              <a:defRPr sz="1650" b="0">
                <a:solidFill>
                  <a:srgbClr val="26344A"/>
                </a:solidFill>
                <a:latin typeface="Helvetica Neue"/>
                <a:ea typeface="Helvetica Neue"/>
                <a:cs typeface="Helvetica Neue"/>
              </a:defRPr>
            </a:lvl3pPr>
            <a:lvl4pPr algn="l">
              <a:buNone/>
              <a:defRPr sz="1650" b="0">
                <a:solidFill>
                  <a:srgbClr val="26344A"/>
                </a:solidFill>
                <a:latin typeface="Helvetica Neue"/>
                <a:ea typeface="Helvetica Neue"/>
                <a:cs typeface="Helvetica Neue"/>
              </a:defRPr>
            </a:lvl4pPr>
            <a:lvl5pPr algn="l">
              <a:buNone/>
              <a:defRPr sz="1650" b="0">
                <a:solidFill>
                  <a:srgbClr val="26344A"/>
                </a:solidFill>
                <a:latin typeface="Helvetica Neue"/>
                <a:ea typeface="Helvetica Neue"/>
                <a:cs typeface="Helvetica Neue"/>
              </a:defRPr>
            </a:lvl5pPr>
            <a:lvl6pPr algn="l">
              <a:buNone/>
              <a:defRPr sz="1650" b="0">
                <a:solidFill>
                  <a:srgbClr val="26344A"/>
                </a:solidFill>
                <a:latin typeface="Helvetica Neue"/>
                <a:ea typeface="Helvetica Neue"/>
                <a:cs typeface="Helvetica Neue"/>
              </a:defRPr>
            </a:lvl6pPr>
            <a:lvl7pPr algn="l">
              <a:buNone/>
              <a:defRPr sz="1650" b="0">
                <a:solidFill>
                  <a:srgbClr val="26344A"/>
                </a:solidFill>
                <a:latin typeface="Helvetica Neue"/>
                <a:ea typeface="Helvetica Neue"/>
                <a:cs typeface="Helvetica Neue"/>
              </a:defRPr>
            </a:lvl7pPr>
            <a:lvl8pPr algn="l">
              <a:buNone/>
              <a:defRPr sz="1650" b="0">
                <a:solidFill>
                  <a:srgbClr val="26344A"/>
                </a:solidFill>
                <a:latin typeface="Helvetica Neue"/>
                <a:ea typeface="Helvetica Neue"/>
                <a:cs typeface="Helvetica Neue"/>
              </a:defRPr>
            </a:lvl8pPr>
            <a:lvl9pPr algn="l">
              <a:buNone/>
              <a:defRPr sz="1650" b="0">
                <a:solidFill>
                  <a:srgbClr val="26344A"/>
                </a:solidFill>
                <a:latin typeface="Helvetica Neue"/>
                <a:ea typeface="Helvetica Neue"/>
                <a:cs typeface="Helvetica Neue"/>
              </a:defRPr>
            </a:lvl9pPr>
          </a:lstStyle>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Tests automatic access to existing profile context.</a:t>
            </a:r>
          </a:p>
          <a:p xmlns:a="http://schemas.openxmlformats.org/drawingml/2006/main">
            <a:pPr algn="l">
              <a:lnSpc>
                <a:spcPct val="104000"/>
              </a:lnSpc>
              <a:buNone/>
              <a:defRPr sz="1650" b="0">
                <a:solidFill>
                  <a:srgbClr val="26344A"/>
                </a:solidFill>
                <a:latin typeface="Helvetica Neue"/>
                <a:ea typeface="Helvetica Neue"/>
                <a:cs typeface="Helvetica Neue"/>
              </a:defRPr>
            </a:pPr>
            <a:r>
              <a:rPr sz="1650" b="0">
                <a:solidFill>
                  <a:srgbClr val="26344A"/>
                </a:solidFill>
                <a:latin typeface="Helvetica Neue"/>
                <a:ea typeface="Helvetica Neue"/>
                <a:cs typeface="Helvetica Neue"/>
              </a:rPr>
              <a:t>Trade-off: does not capture a new preference or hand it over.</a:t>
            </a:r>
          </a:p>
        </p:txBody>
      </p:sp>
      <p:sp>
        <p:nvSpPr>
          <p:cNvPr id="35" name="slide-8-selection">
            <a:extLst xmlns:a="http://schemas.openxmlformats.org/drawingml/2006/main">
              <a:ext uri="{FF2B5EF4-FFF2-40B4-BE49-F238E27FC236}">
                <a16:creationId xmlns:a16="http://schemas.microsoft.com/office/drawing/2014/main" id="{DEE0E56C-7D3D-42FC-ABBC-5246589EC283}"/>
              </a:ext>
            </a:extLst>
          </p:cNvPr>
          <p:cNvSpPr>
            <a:spLocks xmlns:a="http://schemas.openxmlformats.org/drawingml/2006/main" noGrp="1"/>
          </p:cNvSpPr>
          <p:nvPr/>
        </p:nvSpPr>
        <p:spPr>
          <a:xfrm xmlns:a="http://schemas.openxmlformats.org/drawingml/2006/main">
            <a:off x="1047750" y="8077200"/>
            <a:ext cx="16192500" cy="1000125"/>
          </a:xfrm>
          <a:prstGeom xmlns:a="http://schemas.openxmlformats.org/drawingml/2006/main" prst="roundRect">
            <a:avLst>
              <a:gd name="adj" fmla="val 7619"/>
            </a:avLst>
          </a:prstGeom>
          <a:solidFill xmlns:a="http://schemas.openxmlformats.org/drawingml/2006/main">
            <a:srgbClr val="F3F6FC"/>
          </a:solidFill>
          <a:ln xmlns:a="http://schemas.openxmlformats.org/drawingml/2006/main" w="19050">
            <a:solidFill>
              <a:srgbClr val="2453A6"/>
            </a:solidFill>
            <a:prstDash val="solid"/>
          </a:ln>
        </p:spPr>
      </p:sp>
      <p:sp>
        <p:nvSpPr>
          <p:cNvPr id="36" name="slide-8-selection-copy">
            <a:extLst xmlns:a="http://schemas.openxmlformats.org/drawingml/2006/main">
              <a:ext uri="{FF2B5EF4-FFF2-40B4-BE49-F238E27FC236}">
                <a16:creationId xmlns:a16="http://schemas.microsoft.com/office/drawing/2014/main" id="{26CA1836-1062-4C2B-8A84-BD9298ACE807}"/>
              </a:ext>
            </a:extLst>
          </p:cNvPr>
          <p:cNvSpPr>
            <a:spLocks xmlns:a="http://schemas.openxmlformats.org/drawingml/2006/main" noGrp="1"/>
          </p:cNvSpPr>
          <p:nvPr/>
        </p:nvSpPr>
        <p:spPr>
          <a:xfrm xmlns:a="http://schemas.openxmlformats.org/drawingml/2006/main">
            <a:off x="1257300" y="8201025"/>
            <a:ext cx="157638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1800" b="1">
                <a:solidFill>
                  <a:srgbClr val="193F84"/>
                </a:solidFill>
                <a:latin typeface="Helvetica Neue"/>
                <a:ea typeface="Helvetica Neue"/>
                <a:cs typeface="Helvetica Neue"/>
              </a:defRPr>
            </a:defPPr>
            <a:lvl1pPr algn="ctr">
              <a:buNone/>
              <a:defRPr sz="1800" b="1">
                <a:solidFill>
                  <a:srgbClr val="193F84"/>
                </a:solidFill>
                <a:latin typeface="Helvetica Neue"/>
                <a:ea typeface="Helvetica Neue"/>
                <a:cs typeface="Helvetica Neue"/>
              </a:defRPr>
            </a:lvl1pPr>
            <a:lvl2pPr algn="ctr">
              <a:buNone/>
              <a:defRPr sz="1800" b="1">
                <a:solidFill>
                  <a:srgbClr val="193F84"/>
                </a:solidFill>
                <a:latin typeface="Helvetica Neue"/>
                <a:ea typeface="Helvetica Neue"/>
                <a:cs typeface="Helvetica Neue"/>
              </a:defRPr>
            </a:lvl2pPr>
            <a:lvl3pPr algn="ctr">
              <a:buNone/>
              <a:defRPr sz="1800" b="1">
                <a:solidFill>
                  <a:srgbClr val="193F84"/>
                </a:solidFill>
                <a:latin typeface="Helvetica Neue"/>
                <a:ea typeface="Helvetica Neue"/>
                <a:cs typeface="Helvetica Neue"/>
              </a:defRPr>
            </a:lvl3pPr>
            <a:lvl4pPr algn="ctr">
              <a:buNone/>
              <a:defRPr sz="1800" b="1">
                <a:solidFill>
                  <a:srgbClr val="193F84"/>
                </a:solidFill>
                <a:latin typeface="Helvetica Neue"/>
                <a:ea typeface="Helvetica Neue"/>
                <a:cs typeface="Helvetica Neue"/>
              </a:defRPr>
            </a:lvl4pPr>
            <a:lvl5pPr algn="ctr">
              <a:buNone/>
              <a:defRPr sz="1800" b="1">
                <a:solidFill>
                  <a:srgbClr val="193F84"/>
                </a:solidFill>
                <a:latin typeface="Helvetica Neue"/>
                <a:ea typeface="Helvetica Neue"/>
                <a:cs typeface="Helvetica Neue"/>
              </a:defRPr>
            </a:lvl5pPr>
            <a:lvl6pPr algn="ctr">
              <a:buNone/>
              <a:defRPr sz="1800" b="1">
                <a:solidFill>
                  <a:srgbClr val="193F84"/>
                </a:solidFill>
                <a:latin typeface="Helvetica Neue"/>
                <a:ea typeface="Helvetica Neue"/>
                <a:cs typeface="Helvetica Neue"/>
              </a:defRPr>
            </a:lvl6pPr>
            <a:lvl7pPr algn="ctr">
              <a:buNone/>
              <a:defRPr sz="1800" b="1">
                <a:solidFill>
                  <a:srgbClr val="193F84"/>
                </a:solidFill>
                <a:latin typeface="Helvetica Neue"/>
                <a:ea typeface="Helvetica Neue"/>
                <a:cs typeface="Helvetica Neue"/>
              </a:defRPr>
            </a:lvl7pPr>
            <a:lvl8pPr algn="ctr">
              <a:buNone/>
              <a:defRPr sz="1800" b="1">
                <a:solidFill>
                  <a:srgbClr val="193F84"/>
                </a:solidFill>
                <a:latin typeface="Helvetica Neue"/>
                <a:ea typeface="Helvetica Neue"/>
                <a:cs typeface="Helvetica Neue"/>
              </a:defRPr>
            </a:lvl8pPr>
            <a:lvl9pPr algn="ctr">
              <a:buNone/>
              <a:defRPr sz="1800" b="1">
                <a:solidFill>
                  <a:srgbClr val="193F84"/>
                </a:solidFill>
                <a:latin typeface="Helvetica Neue"/>
                <a:ea typeface="Helvetica Neue"/>
                <a:cs typeface="Helvetica Neue"/>
              </a:defRPr>
            </a:lvl9pPr>
          </a:lstStyle>
          <a:p xmlns:a="http://schemas.openxmlformats.org/drawingml/2006/main">
            <a:pPr algn="ctr">
              <a:lnSpc>
                <a:spcPct val="100000"/>
              </a:lnSpc>
              <a:buNone/>
              <a:defRPr sz="1800" b="1">
                <a:solidFill>
                  <a:srgbClr val="193F84"/>
                </a:solidFill>
                <a:latin typeface="Helvetica Neue"/>
                <a:ea typeface="Helvetica Neue"/>
                <a:cs typeface="Helvetica Neue"/>
              </a:defRPr>
            </a:pPr>
            <a:r>
              <a:rPr sz="1800" b="1">
                <a:solidFill>
                  <a:srgbClr val="193F84"/>
                </a:solidFill>
                <a:latin typeface="Helvetica Neue"/>
                <a:ea typeface="Helvetica Neue"/>
                <a:cs typeface="Helvetica Neue"/>
              </a:rPr>
              <a:t>CANDIDATE TO EVALUATE: B — it connects new preference capture to point-of-service access.</a:t>
            </a:r>
          </a:p>
          <a:p xmlns:a="http://schemas.openxmlformats.org/drawingml/2006/main">
            <a:pPr algn="ctr">
              <a:lnSpc>
                <a:spcPct val="100000"/>
              </a:lnSpc>
              <a:buNone/>
              <a:defRPr sz="1800" b="1">
                <a:solidFill>
                  <a:srgbClr val="193F84"/>
                </a:solidFill>
                <a:latin typeface="Helvetica Neue"/>
                <a:ea typeface="Helvetica Neue"/>
                <a:cs typeface="Helvetica Neue"/>
              </a:defRPr>
            </a:pPr>
            <a:r>
              <a:rPr sz="1800" b="1">
                <a:solidFill>
                  <a:srgbClr val="193F84"/>
                </a:solidFill>
                <a:latin typeface="Helvetica Neue"/>
                <a:ea typeface="Helvetica Neue"/>
                <a:cs typeface="Helvetica Neue"/>
              </a:rPr>
              <a:t>No comparable public prices: estimate device, integration, training and support with the hotel.</a:t>
            </a:r>
          </a:p>
        </p:txBody>
      </p:sp>
    </p:spTree>
    <p:extLst>
      <p:ext uri="{BB962C8B-B14F-4D97-AF65-F5344CB8AC3E}">
        <p14:creationId xmlns:p14="http://schemas.microsoft.com/office/powerpoint/2010/main" val="223172366"/>
      </p:ext>
    </p:extLst>
  </p:cSld>
</p:sld>
</file>

<file path=ppt/slides/slide3.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12" name="slide-9-title">
            <a:extLst xmlns:a="http://schemas.openxmlformats.org/drawingml/2006/main">
              <a:ext uri="{FF2B5EF4-FFF2-40B4-BE49-F238E27FC236}">
                <a16:creationId xmlns:a16="http://schemas.microsoft.com/office/drawing/2014/main" id="{CA6C2D63-F6A6-49F5-9337-966C987B600D}"/>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WHAT TO PERSONALISE</a:t>
            </a:r>
          </a:p>
        </p:txBody>
      </p:sp>
      <p:sp>
        <p:nvSpPr>
          <p:cNvPr id="2" name="slide-9-subtitle">
            <a:extLst xmlns:a="http://schemas.openxmlformats.org/drawingml/2006/main">
              <a:ext uri="{FF2B5EF4-FFF2-40B4-BE49-F238E27FC236}">
                <a16:creationId xmlns:a16="http://schemas.microsoft.com/office/drawing/2014/main" id="{4FBD0F08-2750-4EAA-8FEF-CAFEEADB7904}"/>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Start with information that changes a specific service action during this stay.</a:t>
            </a:r>
          </a:p>
        </p:txBody>
      </p:sp>
      <p:sp>
        <p:nvSpPr>
          <p:cNvPr id="3" name="slide-9-footer-rule">
            <a:extLst xmlns:a="http://schemas.openxmlformats.org/drawingml/2006/main">
              <a:ext uri="{FF2B5EF4-FFF2-40B4-BE49-F238E27FC236}">
                <a16:creationId xmlns:a16="http://schemas.microsoft.com/office/drawing/2014/main" id="{031EB9C8-CF58-4C41-A87B-4A3F98EAFD63}"/>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9-footer">
            <a:extLst xmlns:a="http://schemas.openxmlformats.org/drawingml/2006/main">
              <a:ext uri="{FF2B5EF4-FFF2-40B4-BE49-F238E27FC236}">
                <a16:creationId xmlns:a16="http://schemas.microsoft.com/office/drawing/2014/main" id="{80C5C270-180B-4EE0-8344-52A6D272E6E8}"/>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9-page">
            <a:extLst xmlns:a="http://schemas.openxmlformats.org/drawingml/2006/main">
              <a:ext uri="{FF2B5EF4-FFF2-40B4-BE49-F238E27FC236}">
                <a16:creationId xmlns:a16="http://schemas.microsoft.com/office/drawing/2014/main" id="{65A36478-60C0-4341-BD68-EAB11F8A471D}"/>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09</a:t>
            </a:r>
          </a:p>
        </p:txBody>
      </p:sp>
      <p:graphicFrame>
        <p:nvGraphicFramePr>
          <p:cNvPr id="6" name="">
            <a:extLst xmlns:a="http://schemas.openxmlformats.org/drawingml/2006/main">
              <a:ext uri="{FF2B5EF4-FFF2-40B4-BE49-F238E27FC236}">
                <a16:creationId xmlns:a16="http://schemas.microsoft.com/office/drawing/2014/main" id="{73470F2D-7907-4CF9-9E5D-C26838C750F7}"/>
              </a:ext>
            </a:extLst>
          </p:cNvPr>
          <p:cNvGraphicFramePr/>
          <p:nvPr/>
        </p:nvGraphicFramePr>
        <p:xfrm>
          <a:off xmlns:a="http://schemas.openxmlformats.org/drawingml/2006/main" x="1143000" y="2238375"/>
          <a:ext xmlns:a="http://schemas.openxmlformats.org/drawingml/2006/main" cx="16002000" cy="4810125"/>
        </p:xfrm>
        <a:graphic xmlns:a="http://schemas.openxmlformats.org/drawingml/2006/main">
          <a:graphicData uri="http://schemas.openxmlformats.org/drawingml/2006/table">
            <a:tbl>
              <a:tblPr/>
              <a:tblGrid>
                <a:gridCol w="4095750"/>
                <a:gridCol w="6191250"/>
                <a:gridCol w="5715000"/>
              </a:tblGrid>
              <a:tr h="1202531">
                <a:tc>
                  <a:txBody>
                    <a:bodyPr wrap="square" lIns="114300" tIns="66675" rIns="95250" bIns="66675">
                      <a:normAutofit/>
                    </a:bodyPr>
                    <a:lstStyle/>
                    <a:p>
                      <a:pPr algn="l">
                        <a:buNone/>
                      </a:pPr>
                      <a:r>
                        <a:rPr sz="1875" b="1">
                          <a:solidFill>
                            <a:srgbClr val="FFFFFF"/>
                          </a:solidFill>
                          <a:latin typeface="Helvetica Neue"/>
                          <a:ea typeface="Helvetica Neue"/>
                          <a:cs typeface="Helvetica Neue"/>
                        </a:rPr>
                        <a:t>CANDIDATE</a:t>
                      </a:r>
                    </a:p>
                  </a:txBody>
                  <a:tcPr marL="91440" marR="91440" marT="45720" marB="45720" anchor="ctr">
                    <a:lnL w="14288">
                      <a:solidFill>
                        <a:srgbClr val="D7DDE7"/>
                      </a:solidFill>
                      <a:prstDash val="solid"/>
                    </a:lnL>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875" b="1">
                          <a:solidFill>
                            <a:srgbClr val="FFFFFF"/>
                          </a:solidFill>
                          <a:latin typeface="Helvetica Neue"/>
                          <a:ea typeface="Helvetica Neue"/>
                          <a:cs typeface="Helvetica Neue"/>
                        </a:rPr>
                        <a:t>POSSIBLE SAME-STAY ACTION</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c>
                  <a:txBody>
                    <a:bodyPr wrap="square" lIns="114300" tIns="66675" rIns="95250" bIns="66675">
                      <a:normAutofit/>
                    </a:bodyPr>
                    <a:lstStyle/>
                    <a:p>
                      <a:pPr algn="l">
                        <a:buNone/>
                      </a:pPr>
                      <a:r>
                        <a:rPr sz="1875" b="1">
                          <a:solidFill>
                            <a:srgbClr val="FFFFFF"/>
                          </a:solidFill>
                          <a:latin typeface="Helvetica Neue"/>
                          <a:ea typeface="Helvetica Neue"/>
                          <a:cs typeface="Helvetica Neue"/>
                        </a:rPr>
                        <a:t>VALIDATION QUESTION</a:t>
                      </a:r>
                    </a:p>
                  </a:txBody>
                  <a:tcPr marL="91440" marR="91440" marT="45720" marB="45720" anchor="ctr">
                    <a:lnR w="14288">
                      <a:solidFill>
                        <a:srgbClr val="D7DDE7"/>
                      </a:solidFill>
                      <a:prstDash val="solid"/>
                    </a:lnR>
                    <a:lnT w="14288">
                      <a:solidFill>
                        <a:srgbClr val="D7DDE7"/>
                      </a:solidFill>
                      <a:prstDash val="solid"/>
                    </a:lnT>
                    <a:lnB w="14288">
                      <a:solidFill>
                        <a:srgbClr val="D7DDE7"/>
                      </a:solidFill>
                      <a:prstDash val="solid"/>
                    </a:lnB>
                    <a:solidFill>
                      <a:srgbClr val="2453A6"/>
                    </a:solidFill>
                  </a:tcPr>
                </a:tc>
              </a:tr>
              <a:tr h="1202531">
                <a:tc>
                  <a:txBody>
                    <a:bodyPr wrap="square" lIns="114300" tIns="66675" rIns="95250" bIns="66675">
                      <a:normAutofit/>
                    </a:bodyPr>
                    <a:lstStyle/>
                    <a:p>
                      <a:pPr algn="l">
                        <a:buNone/>
                      </a:pPr>
                      <a:r>
                        <a:rPr sz="1950" b="1">
                          <a:solidFill>
                            <a:srgbClr val="193F84"/>
                          </a:solidFill>
                          <a:latin typeface="Helvetica Neue"/>
                          <a:ea typeface="Helvetica Neue"/>
                          <a:cs typeface="Helvetica Neue"/>
                        </a:rPr>
                        <a:t>Food or drink preference</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E8EFFB"/>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Offer a suitable option; confirm it still applies</a:t>
                      </a:r>
                    </a:p>
                  </a:txBody>
                  <a:tcPr marL="91440" marR="91440" marT="45720" marB="45720" anchor="ctr">
                    <a:lnR w="14288">
                      <a:solidFill>
                        <a:srgbClr val="D7DDE7"/>
                      </a:solidFill>
                      <a:prstDash val="solid"/>
                    </a:lnR>
                    <a:lnB w="14288">
                      <a:solidFill>
                        <a:srgbClr val="D7DDE7"/>
                      </a:solidFill>
                      <a:prstDash val="solid"/>
                    </a:lnB>
                    <a:solidFill>
                      <a:srgbClr val="E8EFFB"/>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Would another staff member use this later in the stay?</a:t>
                      </a:r>
                    </a:p>
                  </a:txBody>
                  <a:tcPr marL="91440" marR="91440" marT="45720" marB="45720" anchor="ctr">
                    <a:lnR w="14288">
                      <a:solidFill>
                        <a:srgbClr val="D7DDE7"/>
                      </a:solidFill>
                      <a:prstDash val="solid"/>
                    </a:lnR>
                    <a:lnB w="14288">
                      <a:solidFill>
                        <a:srgbClr val="D7DDE7"/>
                      </a:solidFill>
                      <a:prstDash val="solid"/>
                    </a:lnB>
                    <a:solidFill>
                      <a:srgbClr val="E8EFFB"/>
                    </a:solidFill>
                  </a:tcPr>
                </a:tc>
              </a:tr>
              <a:tr h="1202531">
                <a:tc>
                  <a:txBody>
                    <a:bodyPr wrap="square" lIns="114300" tIns="66675" rIns="95250" bIns="66675">
                      <a:normAutofit/>
                    </a:bodyPr>
                    <a:lstStyle/>
                    <a:p>
                      <a:pPr algn="l">
                        <a:buNone/>
                      </a:pPr>
                      <a:r>
                        <a:rPr sz="1950" b="1">
                          <a:solidFill>
                            <a:srgbClr val="193F84"/>
                          </a:solidFill>
                          <a:latin typeface="Helvetica Neue"/>
                          <a:ea typeface="Helvetica Neue"/>
                          <a:cs typeface="Helvetica Neue"/>
                        </a:rPr>
                        <a:t>Purpose or schedule</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Offer a useful breakfast or transport option</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Is this appropriate to ask and share?</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r h="1202531">
                <a:tc>
                  <a:txBody>
                    <a:bodyPr wrap="square" lIns="114300" tIns="66675" rIns="95250" bIns="66675">
                      <a:normAutofit/>
                    </a:bodyPr>
                    <a:lstStyle/>
                    <a:p>
                      <a:pPr algn="l">
                        <a:buNone/>
                      </a:pPr>
                      <a:r>
                        <a:rPr sz="1950" b="1">
                          <a:solidFill>
                            <a:srgbClr val="193F84"/>
                          </a:solidFill>
                          <a:latin typeface="Helvetica Neue"/>
                          <a:ea typeface="Helvetica Neue"/>
                          <a:cs typeface="Helvetica Neue"/>
                        </a:rPr>
                        <a:t>Special occasion</a:t>
                      </a:r>
                    </a:p>
                  </a:txBody>
                  <a:tcPr marL="91440" marR="91440" marT="45720" marB="45720" anchor="ctr">
                    <a:lnL w="14288">
                      <a:solidFill>
                        <a:srgbClr val="D7DDE7"/>
                      </a:solidFill>
                      <a:prstDash val="solid"/>
                    </a:lnL>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Offer a fitting acknowledgement</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c>
                  <a:txBody>
                    <a:bodyPr wrap="square" lIns="114300" tIns="66675" rIns="95250" bIns="66675">
                      <a:normAutofit/>
                    </a:bodyPr>
                    <a:lstStyle/>
                    <a:p>
                      <a:pPr algn="l">
                        <a:buNone/>
                      </a:pPr>
                      <a:r>
                        <a:rPr sz="1950" b="0">
                          <a:solidFill>
                            <a:srgbClr val="26344A"/>
                          </a:solidFill>
                          <a:latin typeface="Helvetica Neue"/>
                          <a:ea typeface="Helvetica Neue"/>
                          <a:cs typeface="Helvetica Neue"/>
                        </a:rPr>
                        <a:t>Would the guest welcome this being remembered?</a:t>
                      </a:r>
                    </a:p>
                  </a:txBody>
                  <a:tcPr marL="91440" marR="91440" marT="45720" marB="45720" anchor="ctr">
                    <a:lnR w="14288">
                      <a:solidFill>
                        <a:srgbClr val="D7DDE7"/>
                      </a:solidFill>
                      <a:prstDash val="solid"/>
                    </a:lnR>
                    <a:lnB w="14288">
                      <a:solidFill>
                        <a:srgbClr val="D7DDE7"/>
                      </a:solidFill>
                      <a:prstDash val="solid"/>
                    </a:lnB>
                    <a:solidFill>
                      <a:srgbClr val="FFFFFF"/>
                    </a:solidFill>
                  </a:tcPr>
                </a:tc>
              </a:tr>
            </a:tbl>
          </a:graphicData>
        </a:graphic>
      </p:graphicFrame>
      <p:sp>
        <p:nvSpPr>
          <p:cNvPr id="7" name="slide-9-primary-example">
            <a:extLst xmlns:a="http://schemas.openxmlformats.org/drawingml/2006/main">
              <a:ext uri="{FF2B5EF4-FFF2-40B4-BE49-F238E27FC236}">
                <a16:creationId xmlns:a16="http://schemas.microsoft.com/office/drawing/2014/main" id="{35DDBF9C-A522-4978-9CEA-B71F145E4AF4}"/>
              </a:ext>
            </a:extLst>
          </p:cNvPr>
          <p:cNvSpPr>
            <a:spLocks xmlns:a="http://schemas.openxmlformats.org/drawingml/2006/main" noGrp="1"/>
          </p:cNvSpPr>
          <p:nvPr/>
        </p:nvSpPr>
        <p:spPr>
          <a:xfrm xmlns:a="http://schemas.openxmlformats.org/drawingml/2006/main">
            <a:off x="1143000" y="7419975"/>
            <a:ext cx="160020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2453A6"/>
            </a:solidFill>
            <a:prstDash val="solid"/>
          </a:ln>
        </p:spPr>
      </p:sp>
      <p:sp>
        <p:nvSpPr>
          <p:cNvPr id="8" name="slide-9-primary-label">
            <a:extLst xmlns:a="http://schemas.openxmlformats.org/drawingml/2006/main">
              <a:ext uri="{FF2B5EF4-FFF2-40B4-BE49-F238E27FC236}">
                <a16:creationId xmlns:a16="http://schemas.microsoft.com/office/drawing/2014/main" id="{5FA679A7-A0E1-45C8-BFED-B4FFEAA8B3FC}"/>
              </a:ext>
            </a:extLst>
          </p:cNvPr>
          <p:cNvSpPr>
            <a:spLocks xmlns:a="http://schemas.openxmlformats.org/drawingml/2006/main" noGrp="1"/>
          </p:cNvSpPr>
          <p:nvPr/>
        </p:nvSpPr>
        <p:spPr>
          <a:xfrm xmlns:a="http://schemas.openxmlformats.org/drawingml/2006/main">
            <a:off x="1381125" y="7553325"/>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95238"/>
          </a:bodyPr>
          <a:lstStyle xmlns:a="http://schemas.openxmlformats.org/drawingml/2006/main">
            <a:defPPr algn="l">
              <a:defRPr sz="1575" b="1">
                <a:solidFill>
                  <a:srgbClr val="2453A6"/>
                </a:solidFill>
                <a:latin typeface="Helvetica Neue"/>
                <a:ea typeface="Helvetica Neue"/>
                <a:cs typeface="Helvetica Neue"/>
              </a:defRPr>
            </a:defPPr>
            <a:lvl1pPr algn="l">
              <a:buNone/>
              <a:defRPr sz="1575" b="1">
                <a:solidFill>
                  <a:srgbClr val="2453A6"/>
                </a:solidFill>
                <a:latin typeface="Helvetica Neue"/>
                <a:ea typeface="Helvetica Neue"/>
                <a:cs typeface="Helvetica Neue"/>
              </a:defRPr>
            </a:lvl1pPr>
            <a:lvl2pPr algn="l">
              <a:buNone/>
              <a:defRPr sz="1575" b="1">
                <a:solidFill>
                  <a:srgbClr val="2453A6"/>
                </a:solidFill>
                <a:latin typeface="Helvetica Neue"/>
                <a:ea typeface="Helvetica Neue"/>
                <a:cs typeface="Helvetica Neue"/>
              </a:defRPr>
            </a:lvl2pPr>
            <a:lvl3pPr algn="l">
              <a:buNone/>
              <a:defRPr sz="1575" b="1">
                <a:solidFill>
                  <a:srgbClr val="2453A6"/>
                </a:solidFill>
                <a:latin typeface="Helvetica Neue"/>
                <a:ea typeface="Helvetica Neue"/>
                <a:cs typeface="Helvetica Neue"/>
              </a:defRPr>
            </a:lvl3pPr>
            <a:lvl4pPr algn="l">
              <a:buNone/>
              <a:defRPr sz="1575" b="1">
                <a:solidFill>
                  <a:srgbClr val="2453A6"/>
                </a:solidFill>
                <a:latin typeface="Helvetica Neue"/>
                <a:ea typeface="Helvetica Neue"/>
                <a:cs typeface="Helvetica Neue"/>
              </a:defRPr>
            </a:lvl4pPr>
            <a:lvl5pPr algn="l">
              <a:buNone/>
              <a:defRPr sz="1575" b="1">
                <a:solidFill>
                  <a:srgbClr val="2453A6"/>
                </a:solidFill>
                <a:latin typeface="Helvetica Neue"/>
                <a:ea typeface="Helvetica Neue"/>
                <a:cs typeface="Helvetica Neue"/>
              </a:defRPr>
            </a:lvl5pPr>
            <a:lvl6pPr algn="l">
              <a:buNone/>
              <a:defRPr sz="1575" b="1">
                <a:solidFill>
                  <a:srgbClr val="2453A6"/>
                </a:solidFill>
                <a:latin typeface="Helvetica Neue"/>
                <a:ea typeface="Helvetica Neue"/>
                <a:cs typeface="Helvetica Neue"/>
              </a:defRPr>
            </a:lvl6pPr>
            <a:lvl7pPr algn="l">
              <a:buNone/>
              <a:defRPr sz="1575" b="1">
                <a:solidFill>
                  <a:srgbClr val="2453A6"/>
                </a:solidFill>
                <a:latin typeface="Helvetica Neue"/>
                <a:ea typeface="Helvetica Neue"/>
                <a:cs typeface="Helvetica Neue"/>
              </a:defRPr>
            </a:lvl7pPr>
            <a:lvl8pPr algn="l">
              <a:buNone/>
              <a:defRPr sz="1575" b="1">
                <a:solidFill>
                  <a:srgbClr val="2453A6"/>
                </a:solidFill>
                <a:latin typeface="Helvetica Neue"/>
                <a:ea typeface="Helvetica Neue"/>
                <a:cs typeface="Helvetica Neue"/>
              </a:defRPr>
            </a:lvl8pPr>
            <a:lvl9pPr algn="l">
              <a:buNone/>
              <a:defRPr sz="1575" b="1">
                <a:solidFill>
                  <a:srgbClr val="2453A6"/>
                </a:solidFill>
                <a:latin typeface="Helvetica Neue"/>
                <a:ea typeface="Helvetica Neue"/>
                <a:cs typeface="Helvetica Neue"/>
              </a:defRPr>
            </a:lvl9pPr>
          </a:lstStyle>
          <a:p xmlns:a="http://schemas.openxmlformats.org/drawingml/2006/main">
            <a:pPr algn="l">
              <a:lnSpc>
                <a:spcPct val="100000"/>
              </a:lnSpc>
              <a:buNone/>
              <a:defRPr sz="1575" b="1">
                <a:solidFill>
                  <a:srgbClr val="2453A6"/>
                </a:solidFill>
                <a:latin typeface="Helvetica Neue"/>
                <a:ea typeface="Helvetica Neue"/>
                <a:cs typeface="Helvetica Neue"/>
              </a:defRPr>
            </a:pPr>
            <a:r>
              <a:rPr sz="1575" b="1">
                <a:solidFill>
                  <a:srgbClr val="2453A6"/>
                </a:solidFill>
                <a:latin typeface="Helvetica Neue"/>
                <a:ea typeface="Helvetica Neue"/>
                <a:cs typeface="Helvetica Neue"/>
              </a:rPr>
              <a:t>PRIMARY EXAMPLE TO VALIDATE</a:t>
            </a:r>
          </a:p>
        </p:txBody>
      </p:sp>
      <p:sp>
        <p:nvSpPr>
          <p:cNvPr id="9" name="slide-9-primary-copy">
            <a:extLst xmlns:a="http://schemas.openxmlformats.org/drawingml/2006/main">
              <a:ext uri="{FF2B5EF4-FFF2-40B4-BE49-F238E27FC236}">
                <a16:creationId xmlns:a16="http://schemas.microsoft.com/office/drawing/2014/main" id="{4038619A-DFB7-4550-A670-01B48CEB376F}"/>
              </a:ext>
            </a:extLst>
          </p:cNvPr>
          <p:cNvSpPr>
            <a:spLocks xmlns:a="http://schemas.openxmlformats.org/drawingml/2006/main" noGrp="1"/>
          </p:cNvSpPr>
          <p:nvPr/>
        </p:nvSpPr>
        <p:spPr>
          <a:xfrm xmlns:a="http://schemas.openxmlformats.org/drawingml/2006/main">
            <a:off x="4762500" y="7515225"/>
            <a:ext cx="12049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98214"/>
          </a:bodyPr>
          <a:lstStyle xmlns:a="http://schemas.openxmlformats.org/drawingml/2006/main">
            <a:defPPr algn="l">
              <a:defRPr sz="2100" b="1">
                <a:solidFill>
                  <a:srgbClr val="193F84"/>
                </a:solidFill>
                <a:latin typeface="Helvetica Neue"/>
                <a:ea typeface="Helvetica Neue"/>
                <a:cs typeface="Helvetica Neue"/>
              </a:defRPr>
            </a:defPPr>
            <a:lvl1pPr algn="l">
              <a:buNone/>
              <a:defRPr sz="2100" b="1">
                <a:solidFill>
                  <a:srgbClr val="193F84"/>
                </a:solidFill>
                <a:latin typeface="Helvetica Neue"/>
                <a:ea typeface="Helvetica Neue"/>
                <a:cs typeface="Helvetica Neue"/>
              </a:defRPr>
            </a:lvl1pPr>
            <a:lvl2pPr algn="l">
              <a:buNone/>
              <a:defRPr sz="2100" b="1">
                <a:solidFill>
                  <a:srgbClr val="193F84"/>
                </a:solidFill>
                <a:latin typeface="Helvetica Neue"/>
                <a:ea typeface="Helvetica Neue"/>
                <a:cs typeface="Helvetica Neue"/>
              </a:defRPr>
            </a:lvl2pPr>
            <a:lvl3pPr algn="l">
              <a:buNone/>
              <a:defRPr sz="2100" b="1">
                <a:solidFill>
                  <a:srgbClr val="193F84"/>
                </a:solidFill>
                <a:latin typeface="Helvetica Neue"/>
                <a:ea typeface="Helvetica Neue"/>
                <a:cs typeface="Helvetica Neue"/>
              </a:defRPr>
            </a:lvl3pPr>
            <a:lvl4pPr algn="l">
              <a:buNone/>
              <a:defRPr sz="2100" b="1">
                <a:solidFill>
                  <a:srgbClr val="193F84"/>
                </a:solidFill>
                <a:latin typeface="Helvetica Neue"/>
                <a:ea typeface="Helvetica Neue"/>
                <a:cs typeface="Helvetica Neue"/>
              </a:defRPr>
            </a:lvl4pPr>
            <a:lvl5pPr algn="l">
              <a:buNone/>
              <a:defRPr sz="2100" b="1">
                <a:solidFill>
                  <a:srgbClr val="193F84"/>
                </a:solidFill>
                <a:latin typeface="Helvetica Neue"/>
                <a:ea typeface="Helvetica Neue"/>
                <a:cs typeface="Helvetica Neue"/>
              </a:defRPr>
            </a:lvl5pPr>
            <a:lvl6pPr algn="l">
              <a:buNone/>
              <a:defRPr sz="2100" b="1">
                <a:solidFill>
                  <a:srgbClr val="193F84"/>
                </a:solidFill>
                <a:latin typeface="Helvetica Neue"/>
                <a:ea typeface="Helvetica Neue"/>
                <a:cs typeface="Helvetica Neue"/>
              </a:defRPr>
            </a:lvl6pPr>
            <a:lvl7pPr algn="l">
              <a:buNone/>
              <a:defRPr sz="2100" b="1">
                <a:solidFill>
                  <a:srgbClr val="193F84"/>
                </a:solidFill>
                <a:latin typeface="Helvetica Neue"/>
                <a:ea typeface="Helvetica Neue"/>
                <a:cs typeface="Helvetica Neue"/>
              </a:defRPr>
            </a:lvl7pPr>
            <a:lvl8pPr algn="l">
              <a:buNone/>
              <a:defRPr sz="2100" b="1">
                <a:solidFill>
                  <a:srgbClr val="193F84"/>
                </a:solidFill>
                <a:latin typeface="Helvetica Neue"/>
                <a:ea typeface="Helvetica Neue"/>
                <a:cs typeface="Helvetica Neue"/>
              </a:defRPr>
            </a:lvl8pPr>
            <a:lvl9pPr algn="l">
              <a:buNone/>
              <a:defRPr sz="2100" b="1">
                <a:solidFill>
                  <a:srgbClr val="193F84"/>
                </a:solidFill>
                <a:latin typeface="Helvetica Neue"/>
                <a:ea typeface="Helvetica Neue"/>
                <a:cs typeface="Helvetica Neue"/>
              </a:defRPr>
            </a:lvl9pPr>
          </a:lstStyle>
          <a:p xmlns:a="http://schemas.openxmlformats.org/drawingml/2006/main">
            <a:pPr algn="l">
              <a:lnSpc>
                <a:spcPct val="100000"/>
              </a:lnSpc>
              <a:buNone/>
              <a:defRPr sz="2100" b="1">
                <a:solidFill>
                  <a:srgbClr val="193F84"/>
                </a:solidFill>
                <a:latin typeface="Helvetica Neue"/>
                <a:ea typeface="Helvetica Neue"/>
                <a:cs typeface="Helvetica Neue"/>
              </a:defRPr>
            </a:pPr>
            <a:r>
              <a:rPr sz="2100" b="1">
                <a:solidFill>
                  <a:srgbClr val="193F84"/>
                </a:solidFill>
                <a:latin typeface="Helvetica Neue"/>
                <a:ea typeface="Helvetica Neue"/>
                <a:cs typeface="Helvetica Neue"/>
              </a:rPr>
              <a:t>A guest says “I prefer oat milk.” Later, F&amp;B staff offers a suitable drink and checks that the preference still applies.</a:t>
            </a:r>
          </a:p>
        </p:txBody>
      </p:sp>
      <p:sp>
        <p:nvSpPr>
          <p:cNvPr id="10" name="slide-9-allergy-strip">
            <a:extLst xmlns:a="http://schemas.openxmlformats.org/drawingml/2006/main">
              <a:ext uri="{FF2B5EF4-FFF2-40B4-BE49-F238E27FC236}">
                <a16:creationId xmlns:a16="http://schemas.microsoft.com/office/drawing/2014/main" id="{B70B9DBE-DD15-407B-98FC-62DF5D3C33BF}"/>
              </a:ext>
            </a:extLst>
          </p:cNvPr>
          <p:cNvSpPr>
            <a:spLocks xmlns:a="http://schemas.openxmlformats.org/drawingml/2006/main" noGrp="1"/>
          </p:cNvSpPr>
          <p:nvPr/>
        </p:nvSpPr>
        <p:spPr>
          <a:xfrm xmlns:a="http://schemas.openxmlformats.org/drawingml/2006/main">
            <a:off x="1143000" y="8572500"/>
            <a:ext cx="16002000" cy="781050"/>
          </a:xfrm>
          <a:prstGeom xmlns:a="http://schemas.openxmlformats.org/drawingml/2006/main" prst="roundRect">
            <a:avLst>
              <a:gd name="adj" fmla="val 9756"/>
            </a:avLst>
          </a:prstGeom>
          <a:solidFill xmlns:a="http://schemas.openxmlformats.org/drawingml/2006/main">
            <a:srgbClr val="FCEDEE"/>
          </a:solidFill>
          <a:ln xmlns:a="http://schemas.openxmlformats.org/drawingml/2006/main" w="19050">
            <a:solidFill>
              <a:srgbClr val="A12D36"/>
            </a:solidFill>
            <a:prstDash val="solid"/>
          </a:ln>
        </p:spPr>
      </p:sp>
      <p:sp>
        <p:nvSpPr>
          <p:cNvPr id="11" name="slide-9-allergy-copy">
            <a:extLst xmlns:a="http://schemas.openxmlformats.org/drawingml/2006/main">
              <a:ext uri="{FF2B5EF4-FFF2-40B4-BE49-F238E27FC236}">
                <a16:creationId xmlns:a16="http://schemas.microsoft.com/office/drawing/2014/main" id="{35AA0A77-1BD7-4FE6-873B-148ADA810B95}"/>
              </a:ext>
            </a:extLst>
          </p:cNvPr>
          <p:cNvSpPr>
            <a:spLocks xmlns:a="http://schemas.openxmlformats.org/drawingml/2006/main" noGrp="1"/>
          </p:cNvSpPr>
          <p:nvPr/>
        </p:nvSpPr>
        <p:spPr>
          <a:xfrm xmlns:a="http://schemas.openxmlformats.org/drawingml/2006/main">
            <a:off x="1381125" y="8677275"/>
            <a:ext cx="15525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1650" b="1">
                <a:solidFill>
                  <a:srgbClr val="A12D36"/>
                </a:solidFill>
                <a:latin typeface="Helvetica Neue"/>
                <a:ea typeface="Helvetica Neue"/>
                <a:cs typeface="Helvetica Neue"/>
              </a:defRPr>
            </a:defPPr>
            <a:lvl1pPr algn="ctr">
              <a:buNone/>
              <a:defRPr sz="1650" b="1">
                <a:solidFill>
                  <a:srgbClr val="A12D36"/>
                </a:solidFill>
                <a:latin typeface="Helvetica Neue"/>
                <a:ea typeface="Helvetica Neue"/>
                <a:cs typeface="Helvetica Neue"/>
              </a:defRPr>
            </a:lvl1pPr>
            <a:lvl2pPr algn="ctr">
              <a:buNone/>
              <a:defRPr sz="1650" b="1">
                <a:solidFill>
                  <a:srgbClr val="A12D36"/>
                </a:solidFill>
                <a:latin typeface="Helvetica Neue"/>
                <a:ea typeface="Helvetica Neue"/>
                <a:cs typeface="Helvetica Neue"/>
              </a:defRPr>
            </a:lvl2pPr>
            <a:lvl3pPr algn="ctr">
              <a:buNone/>
              <a:defRPr sz="1650" b="1">
                <a:solidFill>
                  <a:srgbClr val="A12D36"/>
                </a:solidFill>
                <a:latin typeface="Helvetica Neue"/>
                <a:ea typeface="Helvetica Neue"/>
                <a:cs typeface="Helvetica Neue"/>
              </a:defRPr>
            </a:lvl3pPr>
            <a:lvl4pPr algn="ctr">
              <a:buNone/>
              <a:defRPr sz="1650" b="1">
                <a:solidFill>
                  <a:srgbClr val="A12D36"/>
                </a:solidFill>
                <a:latin typeface="Helvetica Neue"/>
                <a:ea typeface="Helvetica Neue"/>
                <a:cs typeface="Helvetica Neue"/>
              </a:defRPr>
            </a:lvl4pPr>
            <a:lvl5pPr algn="ctr">
              <a:buNone/>
              <a:defRPr sz="1650" b="1">
                <a:solidFill>
                  <a:srgbClr val="A12D36"/>
                </a:solidFill>
                <a:latin typeface="Helvetica Neue"/>
                <a:ea typeface="Helvetica Neue"/>
                <a:cs typeface="Helvetica Neue"/>
              </a:defRPr>
            </a:lvl5pPr>
            <a:lvl6pPr algn="ctr">
              <a:buNone/>
              <a:defRPr sz="1650" b="1">
                <a:solidFill>
                  <a:srgbClr val="A12D36"/>
                </a:solidFill>
                <a:latin typeface="Helvetica Neue"/>
                <a:ea typeface="Helvetica Neue"/>
                <a:cs typeface="Helvetica Neue"/>
              </a:defRPr>
            </a:lvl6pPr>
            <a:lvl7pPr algn="ctr">
              <a:buNone/>
              <a:defRPr sz="1650" b="1">
                <a:solidFill>
                  <a:srgbClr val="A12D36"/>
                </a:solidFill>
                <a:latin typeface="Helvetica Neue"/>
                <a:ea typeface="Helvetica Neue"/>
                <a:cs typeface="Helvetica Neue"/>
              </a:defRPr>
            </a:lvl7pPr>
            <a:lvl8pPr algn="ctr">
              <a:buNone/>
              <a:defRPr sz="1650" b="1">
                <a:solidFill>
                  <a:srgbClr val="A12D36"/>
                </a:solidFill>
                <a:latin typeface="Helvetica Neue"/>
                <a:ea typeface="Helvetica Neue"/>
                <a:cs typeface="Helvetica Neue"/>
              </a:defRPr>
            </a:lvl8pPr>
            <a:lvl9pPr algn="ctr">
              <a:buNone/>
              <a:defRPr sz="1650" b="1">
                <a:solidFill>
                  <a:srgbClr val="A12D36"/>
                </a:solidFill>
                <a:latin typeface="Helvetica Neue"/>
                <a:ea typeface="Helvetica Neue"/>
                <a:cs typeface="Helvetica Neue"/>
              </a:defRPr>
            </a:lvl9pPr>
          </a:lstStyle>
          <a:p xmlns:a="http://schemas.openxmlformats.org/drawingml/2006/main">
            <a:pPr algn="ctr">
              <a:lnSpc>
                <a:spcPct val="100000"/>
              </a:lnSpc>
              <a:buNone/>
              <a:defRPr sz="1650" b="1">
                <a:solidFill>
                  <a:srgbClr val="A12D36"/>
                </a:solidFill>
                <a:latin typeface="Helvetica Neue"/>
                <a:ea typeface="Helvetica Neue"/>
                <a:cs typeface="Helvetica Neue"/>
              </a:defRPr>
            </a:pPr>
            <a:r>
              <a:rPr sz="1650" b="1">
                <a:solidFill>
                  <a:srgbClr val="A12D36"/>
                </a:solidFill>
                <a:latin typeface="Helvetica Neue"/>
                <a:ea typeface="Helvetica Neue"/>
                <a:cs typeface="Helvetica Neue"/>
              </a:rPr>
              <a:t>ALLERGY IS A SAFETY ALERT, NOT A PREFERENCE. Verify against the authorised source and food-safety process; never rely on a face match alone.</a:t>
            </a:r>
          </a:p>
        </p:txBody>
      </p:sp>
    </p:spTree>
    <p:extLst>
      <p:ext uri="{BB962C8B-B14F-4D97-AF65-F5344CB8AC3E}">
        <p14:creationId xmlns:p14="http://schemas.microsoft.com/office/powerpoint/2010/main" val="1422964132"/>
      </p:ext>
    </p:extLst>
  </p:cSld>
</p:sld>
</file>

<file path=ppt/slides/slide4.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54" name="slide-10-title">
            <a:extLst xmlns:a="http://schemas.openxmlformats.org/drawingml/2006/main">
              <a:ext uri="{FF2B5EF4-FFF2-40B4-BE49-F238E27FC236}">
                <a16:creationId xmlns:a16="http://schemas.microsoft.com/office/drawing/2014/main" id="{00638859-ABAF-4E8C-9452-3D279D022D61}"/>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4350" b="1">
                <a:solidFill>
                  <a:srgbClr val="2453A6"/>
                </a:solidFill>
                <a:latin typeface="Helvetica Neue"/>
                <a:ea typeface="Helvetica Neue"/>
                <a:cs typeface="Helvetica Neue"/>
              </a:defRPr>
            </a:defPPr>
            <a:lvl1pPr algn="ctr">
              <a:buNone/>
              <a:defRPr sz="4350" b="1">
                <a:solidFill>
                  <a:srgbClr val="2453A6"/>
                </a:solidFill>
                <a:latin typeface="Helvetica Neue"/>
                <a:ea typeface="Helvetica Neue"/>
                <a:cs typeface="Helvetica Neue"/>
              </a:defRPr>
            </a:lvl1pPr>
            <a:lvl2pPr algn="ctr">
              <a:buNone/>
              <a:defRPr sz="4350" b="1">
                <a:solidFill>
                  <a:srgbClr val="2453A6"/>
                </a:solidFill>
                <a:latin typeface="Helvetica Neue"/>
                <a:ea typeface="Helvetica Neue"/>
                <a:cs typeface="Helvetica Neue"/>
              </a:defRPr>
            </a:lvl2pPr>
            <a:lvl3pPr algn="ctr">
              <a:buNone/>
              <a:defRPr sz="4350" b="1">
                <a:solidFill>
                  <a:srgbClr val="2453A6"/>
                </a:solidFill>
                <a:latin typeface="Helvetica Neue"/>
                <a:ea typeface="Helvetica Neue"/>
                <a:cs typeface="Helvetica Neue"/>
              </a:defRPr>
            </a:lvl3pPr>
            <a:lvl4pPr algn="ctr">
              <a:buNone/>
              <a:defRPr sz="4350" b="1">
                <a:solidFill>
                  <a:srgbClr val="2453A6"/>
                </a:solidFill>
                <a:latin typeface="Helvetica Neue"/>
                <a:ea typeface="Helvetica Neue"/>
                <a:cs typeface="Helvetica Neue"/>
              </a:defRPr>
            </a:lvl4pPr>
            <a:lvl5pPr algn="ctr">
              <a:buNone/>
              <a:defRPr sz="4350" b="1">
                <a:solidFill>
                  <a:srgbClr val="2453A6"/>
                </a:solidFill>
                <a:latin typeface="Helvetica Neue"/>
                <a:ea typeface="Helvetica Neue"/>
                <a:cs typeface="Helvetica Neue"/>
              </a:defRPr>
            </a:lvl5pPr>
            <a:lvl6pPr algn="ctr">
              <a:buNone/>
              <a:defRPr sz="4350" b="1">
                <a:solidFill>
                  <a:srgbClr val="2453A6"/>
                </a:solidFill>
                <a:latin typeface="Helvetica Neue"/>
                <a:ea typeface="Helvetica Neue"/>
                <a:cs typeface="Helvetica Neue"/>
              </a:defRPr>
            </a:lvl6pPr>
            <a:lvl7pPr algn="ctr">
              <a:buNone/>
              <a:defRPr sz="4350" b="1">
                <a:solidFill>
                  <a:srgbClr val="2453A6"/>
                </a:solidFill>
                <a:latin typeface="Helvetica Neue"/>
                <a:ea typeface="Helvetica Neue"/>
                <a:cs typeface="Helvetica Neue"/>
              </a:defRPr>
            </a:lvl7pPr>
            <a:lvl8pPr algn="ctr">
              <a:buNone/>
              <a:defRPr sz="4350" b="1">
                <a:solidFill>
                  <a:srgbClr val="2453A6"/>
                </a:solidFill>
                <a:latin typeface="Helvetica Neue"/>
                <a:ea typeface="Helvetica Neue"/>
                <a:cs typeface="Helvetica Neue"/>
              </a:defRPr>
            </a:lvl8pPr>
            <a:lvl9pPr algn="ctr">
              <a:buNone/>
              <a:defRPr sz="4350" b="1">
                <a:solidFill>
                  <a:srgbClr val="2453A6"/>
                </a:solidFill>
                <a:latin typeface="Helvetica Neue"/>
                <a:ea typeface="Helvetica Neue"/>
                <a:cs typeface="Helvetica Neue"/>
              </a:defRPr>
            </a:lvl9pPr>
          </a:lstStyle>
          <a:p xmlns:a="http://schemas.openxmlformats.org/drawingml/2006/main">
            <a:pPr algn="ctr">
              <a:lnSpc>
                <a:spcPct val="100000"/>
              </a:lnSpc>
              <a:buNone/>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USER JOURNEY</a:t>
            </a:r>
          </a:p>
        </p:txBody>
      </p:sp>
      <p:sp>
        <p:nvSpPr>
          <p:cNvPr id="2" name="slide-10-subtitle">
            <a:extLst xmlns:a="http://schemas.openxmlformats.org/drawingml/2006/main">
              <a:ext uri="{FF2B5EF4-FFF2-40B4-BE49-F238E27FC236}">
                <a16:creationId xmlns:a16="http://schemas.microsoft.com/office/drawing/2014/main" id="{B9CEEB17-E60F-40A3-97A7-AC71361AD506}"/>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025" b="0">
                <a:solidFill>
                  <a:srgbClr val="5D6878"/>
                </a:solidFill>
                <a:latin typeface="Helvetica Neue"/>
                <a:ea typeface="Helvetica Neue"/>
                <a:cs typeface="Helvetica Neue"/>
              </a:defRPr>
            </a:defPPr>
            <a:lvl1pPr algn="ctr">
              <a:buNone/>
              <a:defRPr sz="2025" b="0">
                <a:solidFill>
                  <a:srgbClr val="5D6878"/>
                </a:solidFill>
                <a:latin typeface="Helvetica Neue"/>
                <a:ea typeface="Helvetica Neue"/>
                <a:cs typeface="Helvetica Neue"/>
              </a:defRPr>
            </a:lvl1pPr>
            <a:lvl2pPr algn="ctr">
              <a:buNone/>
              <a:defRPr sz="2025" b="0">
                <a:solidFill>
                  <a:srgbClr val="5D6878"/>
                </a:solidFill>
                <a:latin typeface="Helvetica Neue"/>
                <a:ea typeface="Helvetica Neue"/>
                <a:cs typeface="Helvetica Neue"/>
              </a:defRPr>
            </a:lvl2pPr>
            <a:lvl3pPr algn="ctr">
              <a:buNone/>
              <a:defRPr sz="2025" b="0">
                <a:solidFill>
                  <a:srgbClr val="5D6878"/>
                </a:solidFill>
                <a:latin typeface="Helvetica Neue"/>
                <a:ea typeface="Helvetica Neue"/>
                <a:cs typeface="Helvetica Neue"/>
              </a:defRPr>
            </a:lvl3pPr>
            <a:lvl4pPr algn="ctr">
              <a:buNone/>
              <a:defRPr sz="2025" b="0">
                <a:solidFill>
                  <a:srgbClr val="5D6878"/>
                </a:solidFill>
                <a:latin typeface="Helvetica Neue"/>
                <a:ea typeface="Helvetica Neue"/>
                <a:cs typeface="Helvetica Neue"/>
              </a:defRPr>
            </a:lvl4pPr>
            <a:lvl5pPr algn="ctr">
              <a:buNone/>
              <a:defRPr sz="2025" b="0">
                <a:solidFill>
                  <a:srgbClr val="5D6878"/>
                </a:solidFill>
                <a:latin typeface="Helvetica Neue"/>
                <a:ea typeface="Helvetica Neue"/>
                <a:cs typeface="Helvetica Neue"/>
              </a:defRPr>
            </a:lvl5pPr>
            <a:lvl6pPr algn="ctr">
              <a:buNone/>
              <a:defRPr sz="2025" b="0">
                <a:solidFill>
                  <a:srgbClr val="5D6878"/>
                </a:solidFill>
                <a:latin typeface="Helvetica Neue"/>
                <a:ea typeface="Helvetica Neue"/>
                <a:cs typeface="Helvetica Neue"/>
              </a:defRPr>
            </a:lvl6pPr>
            <a:lvl7pPr algn="ctr">
              <a:buNone/>
              <a:defRPr sz="2025" b="0">
                <a:solidFill>
                  <a:srgbClr val="5D6878"/>
                </a:solidFill>
                <a:latin typeface="Helvetica Neue"/>
                <a:ea typeface="Helvetica Neue"/>
                <a:cs typeface="Helvetica Neue"/>
              </a:defRPr>
            </a:lvl7pPr>
            <a:lvl8pPr algn="ctr">
              <a:buNone/>
              <a:defRPr sz="2025" b="0">
                <a:solidFill>
                  <a:srgbClr val="5D6878"/>
                </a:solidFill>
                <a:latin typeface="Helvetica Neue"/>
                <a:ea typeface="Helvetica Neue"/>
                <a:cs typeface="Helvetica Neue"/>
              </a:defRPr>
            </a:lvl8pPr>
            <a:lvl9pPr algn="ctr">
              <a:buNone/>
              <a:defRPr sz="2025" b="0">
                <a:solidFill>
                  <a:srgbClr val="5D6878"/>
                </a:solidFill>
                <a:latin typeface="Helvetica Neue"/>
                <a:ea typeface="Helvetica Neue"/>
                <a:cs typeface="Helvetica Neue"/>
              </a:defRPr>
            </a:lvl9pPr>
          </a:lstStyle>
          <a:p xmlns:a="http://schemas.openxmlformats.org/drawingml/2006/main">
            <a:pPr algn="ctr">
              <a:lnSpc>
                <a:spcPct val="100000"/>
              </a:lnSpc>
              <a:buNone/>
              <a:defRPr sz="2025" b="0">
                <a:solidFill>
                  <a:srgbClr val="5D6878"/>
                </a:solidFill>
                <a:latin typeface="Helvetica Neue"/>
                <a:ea typeface="Helvetica Neue"/>
                <a:cs typeface="Helvetica Neue"/>
              </a:defRPr>
            </a:pPr>
            <a:r>
              <a:rPr sz="2025" b="0">
                <a:solidFill>
                  <a:srgbClr val="5D6878"/>
                </a:solidFill>
                <a:latin typeface="Helvetica Neue"/>
                <a:ea typeface="Helvetica Neue"/>
                <a:cs typeface="Helvetica Neue"/>
              </a:rPr>
              <a:t>Example: a guest shares a dining preference during the current stay.</a:t>
            </a:r>
          </a:p>
        </p:txBody>
      </p:sp>
      <p:sp>
        <p:nvSpPr>
          <p:cNvPr id="3" name="slide-10-footer-rule">
            <a:extLst xmlns:a="http://schemas.openxmlformats.org/drawingml/2006/main">
              <a:ext uri="{FF2B5EF4-FFF2-40B4-BE49-F238E27FC236}">
                <a16:creationId xmlns:a16="http://schemas.microsoft.com/office/drawing/2014/main" id="{90144DDF-E2CC-424C-AEEA-40E2B47CB15F}"/>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4" name="slide-10-footer">
            <a:extLst xmlns:a="http://schemas.openxmlformats.org/drawingml/2006/main">
              <a:ext uri="{FF2B5EF4-FFF2-40B4-BE49-F238E27FC236}">
                <a16:creationId xmlns:a16="http://schemas.microsoft.com/office/drawing/2014/main" id="{7AE8CF11-5709-4B01-947A-27F020175C02}"/>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275" b="0">
                <a:solidFill>
                  <a:srgbClr val="5D6878"/>
                </a:solidFill>
                <a:latin typeface="Helvetica Neue"/>
                <a:ea typeface="Helvetica Neue"/>
                <a:cs typeface="Helvetica Neue"/>
              </a:defRPr>
            </a:defPPr>
            <a:lvl1pPr algn="l">
              <a:buNone/>
              <a:defRPr sz="1275" b="0">
                <a:solidFill>
                  <a:srgbClr val="5D6878"/>
                </a:solidFill>
                <a:latin typeface="Helvetica Neue"/>
                <a:ea typeface="Helvetica Neue"/>
                <a:cs typeface="Helvetica Neue"/>
              </a:defRPr>
            </a:lvl1pPr>
            <a:lvl2pPr algn="l">
              <a:buNone/>
              <a:defRPr sz="1275" b="0">
                <a:solidFill>
                  <a:srgbClr val="5D6878"/>
                </a:solidFill>
                <a:latin typeface="Helvetica Neue"/>
                <a:ea typeface="Helvetica Neue"/>
                <a:cs typeface="Helvetica Neue"/>
              </a:defRPr>
            </a:lvl2pPr>
            <a:lvl3pPr algn="l">
              <a:buNone/>
              <a:defRPr sz="1275" b="0">
                <a:solidFill>
                  <a:srgbClr val="5D6878"/>
                </a:solidFill>
                <a:latin typeface="Helvetica Neue"/>
                <a:ea typeface="Helvetica Neue"/>
                <a:cs typeface="Helvetica Neue"/>
              </a:defRPr>
            </a:lvl3pPr>
            <a:lvl4pPr algn="l">
              <a:buNone/>
              <a:defRPr sz="1275" b="0">
                <a:solidFill>
                  <a:srgbClr val="5D6878"/>
                </a:solidFill>
                <a:latin typeface="Helvetica Neue"/>
                <a:ea typeface="Helvetica Neue"/>
                <a:cs typeface="Helvetica Neue"/>
              </a:defRPr>
            </a:lvl4pPr>
            <a:lvl5pPr algn="l">
              <a:buNone/>
              <a:defRPr sz="1275" b="0">
                <a:solidFill>
                  <a:srgbClr val="5D6878"/>
                </a:solidFill>
                <a:latin typeface="Helvetica Neue"/>
                <a:ea typeface="Helvetica Neue"/>
                <a:cs typeface="Helvetica Neue"/>
              </a:defRPr>
            </a:lvl5pPr>
            <a:lvl6pPr algn="l">
              <a:buNone/>
              <a:defRPr sz="1275" b="0">
                <a:solidFill>
                  <a:srgbClr val="5D6878"/>
                </a:solidFill>
                <a:latin typeface="Helvetica Neue"/>
                <a:ea typeface="Helvetica Neue"/>
                <a:cs typeface="Helvetica Neue"/>
              </a:defRPr>
            </a:lvl6pPr>
            <a:lvl7pPr algn="l">
              <a:buNone/>
              <a:defRPr sz="1275" b="0">
                <a:solidFill>
                  <a:srgbClr val="5D6878"/>
                </a:solidFill>
                <a:latin typeface="Helvetica Neue"/>
                <a:ea typeface="Helvetica Neue"/>
                <a:cs typeface="Helvetica Neue"/>
              </a:defRPr>
            </a:lvl7pPr>
            <a:lvl8pPr algn="l">
              <a:buNone/>
              <a:defRPr sz="1275" b="0">
                <a:solidFill>
                  <a:srgbClr val="5D6878"/>
                </a:solidFill>
                <a:latin typeface="Helvetica Neue"/>
                <a:ea typeface="Helvetica Neue"/>
                <a:cs typeface="Helvetica Neue"/>
              </a:defRPr>
            </a:lvl8pPr>
            <a:lvl9pPr algn="l">
              <a:buNone/>
              <a:defRPr sz="1275" b="0">
                <a:solidFill>
                  <a:srgbClr val="5D6878"/>
                </a:solidFill>
                <a:latin typeface="Helvetica Neue"/>
                <a:ea typeface="Helvetica Neue"/>
                <a:cs typeface="Helvetica Neue"/>
              </a:defRPr>
            </a:lvl9pPr>
          </a:lstStyle>
          <a:p xmlns:a="http://schemas.openxmlformats.org/drawingml/2006/main">
            <a:pPr algn="l">
              <a:lnSpc>
                <a:spcPct val="100000"/>
              </a:lnSpc>
              <a:buNone/>
              <a:defRPr sz="1275" b="0">
                <a:solidFill>
                  <a:srgbClr val="5D6878"/>
                </a:solidFill>
                <a:latin typeface="Helvetica Neue"/>
                <a:ea typeface="Helvetica Neue"/>
                <a:cs typeface="Helvetica Neue"/>
              </a:defRPr>
            </a:pPr>
            <a:r>
              <a:rPr sz="1275" b="0">
                <a:solidFill>
                  <a:srgbClr val="5D6878"/>
                </a:solidFill>
                <a:latin typeface="Helvetica Neue"/>
                <a:ea typeface="Helvetica Neue"/>
                <a:cs typeface="Helvetica Neue"/>
              </a:rPr>
              <a:t>CDE4301  |  HOTEL PERSONALISATION</a:t>
            </a:r>
          </a:p>
        </p:txBody>
      </p:sp>
      <p:sp>
        <p:nvSpPr>
          <p:cNvPr id="5" name="slide-10-page">
            <a:extLst xmlns:a="http://schemas.openxmlformats.org/drawingml/2006/main">
              <a:ext uri="{FF2B5EF4-FFF2-40B4-BE49-F238E27FC236}">
                <a16:creationId xmlns:a16="http://schemas.microsoft.com/office/drawing/2014/main" id="{6092C29C-AF1C-4176-8D18-624416CCDD6E}"/>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r">
              <a:defRPr sz="1350" b="1">
                <a:solidFill>
                  <a:srgbClr val="2453A6"/>
                </a:solidFill>
                <a:latin typeface="Helvetica Neue"/>
                <a:ea typeface="Helvetica Neue"/>
                <a:cs typeface="Helvetica Neue"/>
              </a:defRPr>
            </a:defPPr>
            <a:lvl1pPr algn="r">
              <a:buNone/>
              <a:defRPr sz="1350" b="1">
                <a:solidFill>
                  <a:srgbClr val="2453A6"/>
                </a:solidFill>
                <a:latin typeface="Helvetica Neue"/>
                <a:ea typeface="Helvetica Neue"/>
                <a:cs typeface="Helvetica Neue"/>
              </a:defRPr>
            </a:lvl1pPr>
            <a:lvl2pPr algn="r">
              <a:buNone/>
              <a:defRPr sz="1350" b="1">
                <a:solidFill>
                  <a:srgbClr val="2453A6"/>
                </a:solidFill>
                <a:latin typeface="Helvetica Neue"/>
                <a:ea typeface="Helvetica Neue"/>
                <a:cs typeface="Helvetica Neue"/>
              </a:defRPr>
            </a:lvl2pPr>
            <a:lvl3pPr algn="r">
              <a:buNone/>
              <a:defRPr sz="1350" b="1">
                <a:solidFill>
                  <a:srgbClr val="2453A6"/>
                </a:solidFill>
                <a:latin typeface="Helvetica Neue"/>
                <a:ea typeface="Helvetica Neue"/>
                <a:cs typeface="Helvetica Neue"/>
              </a:defRPr>
            </a:lvl3pPr>
            <a:lvl4pPr algn="r">
              <a:buNone/>
              <a:defRPr sz="1350" b="1">
                <a:solidFill>
                  <a:srgbClr val="2453A6"/>
                </a:solidFill>
                <a:latin typeface="Helvetica Neue"/>
                <a:ea typeface="Helvetica Neue"/>
                <a:cs typeface="Helvetica Neue"/>
              </a:defRPr>
            </a:lvl4pPr>
            <a:lvl5pPr algn="r">
              <a:buNone/>
              <a:defRPr sz="1350" b="1">
                <a:solidFill>
                  <a:srgbClr val="2453A6"/>
                </a:solidFill>
                <a:latin typeface="Helvetica Neue"/>
                <a:ea typeface="Helvetica Neue"/>
                <a:cs typeface="Helvetica Neue"/>
              </a:defRPr>
            </a:lvl5pPr>
            <a:lvl6pPr algn="r">
              <a:buNone/>
              <a:defRPr sz="1350" b="1">
                <a:solidFill>
                  <a:srgbClr val="2453A6"/>
                </a:solidFill>
                <a:latin typeface="Helvetica Neue"/>
                <a:ea typeface="Helvetica Neue"/>
                <a:cs typeface="Helvetica Neue"/>
              </a:defRPr>
            </a:lvl6pPr>
            <a:lvl7pPr algn="r">
              <a:buNone/>
              <a:defRPr sz="1350" b="1">
                <a:solidFill>
                  <a:srgbClr val="2453A6"/>
                </a:solidFill>
                <a:latin typeface="Helvetica Neue"/>
                <a:ea typeface="Helvetica Neue"/>
                <a:cs typeface="Helvetica Neue"/>
              </a:defRPr>
            </a:lvl7pPr>
            <a:lvl8pPr algn="r">
              <a:buNone/>
              <a:defRPr sz="1350" b="1">
                <a:solidFill>
                  <a:srgbClr val="2453A6"/>
                </a:solidFill>
                <a:latin typeface="Helvetica Neue"/>
                <a:ea typeface="Helvetica Neue"/>
                <a:cs typeface="Helvetica Neue"/>
              </a:defRPr>
            </a:lvl8pPr>
            <a:lvl9pPr algn="r">
              <a:buNone/>
              <a:defRPr sz="1350" b="1">
                <a:solidFill>
                  <a:srgbClr val="2453A6"/>
                </a:solidFill>
                <a:latin typeface="Helvetica Neue"/>
                <a:ea typeface="Helvetica Neue"/>
                <a:cs typeface="Helvetica Neue"/>
              </a:defRPr>
            </a:lvl9pPr>
          </a:lstStyle>
          <a:p xmlns:a="http://schemas.openxmlformats.org/drawingml/2006/main">
            <a:pPr algn="r">
              <a:lnSpc>
                <a:spcPct val="100000"/>
              </a:lnSpc>
              <a:buNone/>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10</a:t>
            </a:r>
          </a:p>
        </p:txBody>
      </p:sp>
      <p:sp>
        <p:nvSpPr>
          <p:cNvPr id="6" name="slide-10-step-1">
            <a:extLst xmlns:a="http://schemas.openxmlformats.org/drawingml/2006/main">
              <a:ext uri="{FF2B5EF4-FFF2-40B4-BE49-F238E27FC236}">
                <a16:creationId xmlns:a16="http://schemas.microsoft.com/office/drawing/2014/main" id="{4A34057A-BB1C-485C-A42A-527F698D32E2}"/>
              </a:ext>
            </a:extLst>
          </p:cNvPr>
          <p:cNvSpPr>
            <a:spLocks xmlns:a="http://schemas.openxmlformats.org/drawingml/2006/main" noGrp="1"/>
          </p:cNvSpPr>
          <p:nvPr/>
        </p:nvSpPr>
        <p:spPr>
          <a:xfrm xmlns:a="http://schemas.openxmlformats.org/drawingml/2006/main">
            <a:off x="800100"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7" name="slide-10-number-1">
            <a:extLst xmlns:a="http://schemas.openxmlformats.org/drawingml/2006/main">
              <a:ext uri="{FF2B5EF4-FFF2-40B4-BE49-F238E27FC236}">
                <a16:creationId xmlns:a16="http://schemas.microsoft.com/office/drawing/2014/main" id="{A4CE024D-56BA-41B2-A96E-C452D2078E64}"/>
              </a:ext>
            </a:extLst>
          </p:cNvPr>
          <p:cNvSpPr>
            <a:spLocks xmlns:a="http://schemas.openxmlformats.org/drawingml/2006/main" noGrp="1"/>
          </p:cNvSpPr>
          <p:nvPr/>
        </p:nvSpPr>
        <p:spPr>
          <a:xfrm xmlns:a="http://schemas.openxmlformats.org/drawingml/2006/main">
            <a:off x="1028700" y="3000375"/>
            <a:ext cx="571500" cy="571500"/>
          </a:xfrm>
          <a:prstGeom xmlns:a="http://schemas.openxmlformats.org/drawingml/2006/main" prst="ellipse">
            <a:avLst/>
          </a:prstGeom>
          <a:solidFill xmlns:a="http://schemas.openxmlformats.org/drawingml/2006/main">
            <a:srgbClr val="2453A6"/>
          </a:solidFill>
          <a:ln xmlns:a="http://schemas.openxmlformats.org/drawingml/2006/main" w="0">
            <a:solidFill>
              <a:srgbClr val="2453A6"/>
            </a:solidFill>
            <a:prstDash val="solid"/>
          </a:ln>
        </p:spPr>
      </p:sp>
      <p:sp>
        <p:nvSpPr>
          <p:cNvPr id="8" name="slide-10-number-text-1">
            <a:extLst xmlns:a="http://schemas.openxmlformats.org/drawingml/2006/main">
              <a:ext uri="{FF2B5EF4-FFF2-40B4-BE49-F238E27FC236}">
                <a16:creationId xmlns:a16="http://schemas.microsoft.com/office/drawing/2014/main" id="{6B3882FE-D5FC-48AF-A563-E09729D034A6}"/>
              </a:ext>
            </a:extLst>
          </p:cNvPr>
          <p:cNvSpPr>
            <a:spLocks xmlns:a="http://schemas.openxmlformats.org/drawingml/2006/main" noGrp="1"/>
          </p:cNvSpPr>
          <p:nvPr/>
        </p:nvSpPr>
        <p:spPr>
          <a:xfrm xmlns:a="http://schemas.openxmlformats.org/drawingml/2006/main">
            <a:off x="1028700"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1</a:t>
            </a:r>
          </a:p>
        </p:txBody>
      </p:sp>
      <p:sp>
        <p:nvSpPr>
          <p:cNvPr id="9" name="slide-10-heading-1">
            <a:extLst xmlns:a="http://schemas.openxmlformats.org/drawingml/2006/main">
              <a:ext uri="{FF2B5EF4-FFF2-40B4-BE49-F238E27FC236}">
                <a16:creationId xmlns:a16="http://schemas.microsoft.com/office/drawing/2014/main" id="{D636F40E-1D21-4AC0-8D3A-1CCADD6B244E}"/>
              </a:ext>
            </a:extLst>
          </p:cNvPr>
          <p:cNvSpPr>
            <a:spLocks xmlns:a="http://schemas.openxmlformats.org/drawingml/2006/main" noGrp="1"/>
          </p:cNvSpPr>
          <p:nvPr/>
        </p:nvSpPr>
        <p:spPr>
          <a:xfrm xmlns:a="http://schemas.openxmlformats.org/drawingml/2006/main">
            <a:off x="1028700"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453A6"/>
                </a:solidFill>
                <a:latin typeface="Helvetica Neue"/>
                <a:ea typeface="Helvetica Neue"/>
                <a:cs typeface="Helvetica Neue"/>
              </a:defRPr>
            </a:defPPr>
            <a:lvl1pPr algn="l">
              <a:buNone/>
              <a:defRPr sz="1575" b="1">
                <a:solidFill>
                  <a:srgbClr val="2453A6"/>
                </a:solidFill>
                <a:latin typeface="Helvetica Neue"/>
                <a:ea typeface="Helvetica Neue"/>
                <a:cs typeface="Helvetica Neue"/>
              </a:defRPr>
            </a:lvl1pPr>
            <a:lvl2pPr algn="l">
              <a:buNone/>
              <a:defRPr sz="1575" b="1">
                <a:solidFill>
                  <a:srgbClr val="2453A6"/>
                </a:solidFill>
                <a:latin typeface="Helvetica Neue"/>
                <a:ea typeface="Helvetica Neue"/>
                <a:cs typeface="Helvetica Neue"/>
              </a:defRPr>
            </a:lvl2pPr>
            <a:lvl3pPr algn="l">
              <a:buNone/>
              <a:defRPr sz="1575" b="1">
                <a:solidFill>
                  <a:srgbClr val="2453A6"/>
                </a:solidFill>
                <a:latin typeface="Helvetica Neue"/>
                <a:ea typeface="Helvetica Neue"/>
                <a:cs typeface="Helvetica Neue"/>
              </a:defRPr>
            </a:lvl3pPr>
            <a:lvl4pPr algn="l">
              <a:buNone/>
              <a:defRPr sz="1575" b="1">
                <a:solidFill>
                  <a:srgbClr val="2453A6"/>
                </a:solidFill>
                <a:latin typeface="Helvetica Neue"/>
                <a:ea typeface="Helvetica Neue"/>
                <a:cs typeface="Helvetica Neue"/>
              </a:defRPr>
            </a:lvl4pPr>
            <a:lvl5pPr algn="l">
              <a:buNone/>
              <a:defRPr sz="1575" b="1">
                <a:solidFill>
                  <a:srgbClr val="2453A6"/>
                </a:solidFill>
                <a:latin typeface="Helvetica Neue"/>
                <a:ea typeface="Helvetica Neue"/>
                <a:cs typeface="Helvetica Neue"/>
              </a:defRPr>
            </a:lvl5pPr>
            <a:lvl6pPr algn="l">
              <a:buNone/>
              <a:defRPr sz="1575" b="1">
                <a:solidFill>
                  <a:srgbClr val="2453A6"/>
                </a:solidFill>
                <a:latin typeface="Helvetica Neue"/>
                <a:ea typeface="Helvetica Neue"/>
                <a:cs typeface="Helvetica Neue"/>
              </a:defRPr>
            </a:lvl6pPr>
            <a:lvl7pPr algn="l">
              <a:buNone/>
              <a:defRPr sz="1575" b="1">
                <a:solidFill>
                  <a:srgbClr val="2453A6"/>
                </a:solidFill>
                <a:latin typeface="Helvetica Neue"/>
                <a:ea typeface="Helvetica Neue"/>
                <a:cs typeface="Helvetica Neue"/>
              </a:defRPr>
            </a:lvl7pPr>
            <a:lvl8pPr algn="l">
              <a:buNone/>
              <a:defRPr sz="1575" b="1">
                <a:solidFill>
                  <a:srgbClr val="2453A6"/>
                </a:solidFill>
                <a:latin typeface="Helvetica Neue"/>
                <a:ea typeface="Helvetica Neue"/>
                <a:cs typeface="Helvetica Neue"/>
              </a:defRPr>
            </a:lvl8pPr>
            <a:lvl9pPr algn="l">
              <a:buNone/>
              <a:defRPr sz="1575" b="1">
                <a:solidFill>
                  <a:srgbClr val="2453A6"/>
                </a:solidFill>
                <a:latin typeface="Helvetica Neue"/>
                <a:ea typeface="Helvetica Neue"/>
                <a:cs typeface="Helvetica Neue"/>
              </a:defRPr>
            </a:lvl9pPr>
          </a:lstStyle>
          <a:p xmlns:a="http://schemas.openxmlformats.org/drawingml/2006/main">
            <a:pPr algn="l">
              <a:lnSpc>
                <a:spcPct val="100000"/>
              </a:lnSpc>
              <a:buNone/>
              <a:defRPr sz="1575" b="1">
                <a:solidFill>
                  <a:srgbClr val="2453A6"/>
                </a:solidFill>
                <a:latin typeface="Helvetica Neue"/>
                <a:ea typeface="Helvetica Neue"/>
                <a:cs typeface="Helvetica Neue"/>
              </a:defRPr>
            </a:pPr>
            <a:r>
              <a:rPr sz="1575" b="1">
                <a:solidFill>
                  <a:srgbClr val="2453A6"/>
                </a:solidFill>
                <a:latin typeface="Helvetica Neue"/>
                <a:ea typeface="Helvetica Neue"/>
                <a:cs typeface="Helvetica Neue"/>
              </a:rPr>
              <a:t>GUEST SHARES</a:t>
            </a:r>
          </a:p>
        </p:txBody>
      </p:sp>
      <p:sp>
        <p:nvSpPr>
          <p:cNvPr id="10" name="slide-10-body-1">
            <a:extLst xmlns:a="http://schemas.openxmlformats.org/drawingml/2006/main">
              <a:ext uri="{FF2B5EF4-FFF2-40B4-BE49-F238E27FC236}">
                <a16:creationId xmlns:a16="http://schemas.microsoft.com/office/drawing/2014/main" id="{90BF4D9C-3AD6-41F7-B525-2446C04B8D85}"/>
              </a:ext>
            </a:extLst>
          </p:cNvPr>
          <p:cNvSpPr>
            <a:spLocks xmlns:a="http://schemas.openxmlformats.org/drawingml/2006/main" noGrp="1"/>
          </p:cNvSpPr>
          <p:nvPr/>
        </p:nvSpPr>
        <p:spPr>
          <a:xfrm xmlns:a="http://schemas.openxmlformats.org/drawingml/2006/main">
            <a:off x="1028700"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“I prefer oat milk.”</a:t>
            </a:r>
          </a:p>
        </p:txBody>
      </p:sp>
      <p:sp>
        <p:nvSpPr>
          <p:cNvPr id="11" name="slide-10-arrow-1">
            <a:extLst xmlns:a="http://schemas.openxmlformats.org/drawingml/2006/main">
              <a:ext uri="{FF2B5EF4-FFF2-40B4-BE49-F238E27FC236}">
                <a16:creationId xmlns:a16="http://schemas.microsoft.com/office/drawing/2014/main" id="{29325628-C5A6-42D9-A0A2-5FD4BCF3958F}"/>
              </a:ext>
            </a:extLst>
          </p:cNvPr>
          <p:cNvSpPr>
            <a:spLocks xmlns:a="http://schemas.openxmlformats.org/drawingml/2006/main" noGrp="1"/>
          </p:cNvSpPr>
          <p:nvPr/>
        </p:nvSpPr>
        <p:spPr>
          <a:xfrm xmlns:a="http://schemas.openxmlformats.org/drawingml/2006/main">
            <a:off x="3390900"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2" name="slide-10-step-2">
            <a:extLst xmlns:a="http://schemas.openxmlformats.org/drawingml/2006/main">
              <a:ext uri="{FF2B5EF4-FFF2-40B4-BE49-F238E27FC236}">
                <a16:creationId xmlns:a16="http://schemas.microsoft.com/office/drawing/2014/main" id="{542F2687-AF0D-401D-970F-2A7308ABFEF9}"/>
              </a:ext>
            </a:extLst>
          </p:cNvPr>
          <p:cNvSpPr>
            <a:spLocks xmlns:a="http://schemas.openxmlformats.org/drawingml/2006/main" noGrp="1"/>
          </p:cNvSpPr>
          <p:nvPr/>
        </p:nvSpPr>
        <p:spPr>
          <a:xfrm xmlns:a="http://schemas.openxmlformats.org/drawingml/2006/main">
            <a:off x="3667125"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13" name="slide-10-number-2">
            <a:extLst xmlns:a="http://schemas.openxmlformats.org/drawingml/2006/main">
              <a:ext uri="{FF2B5EF4-FFF2-40B4-BE49-F238E27FC236}">
                <a16:creationId xmlns:a16="http://schemas.microsoft.com/office/drawing/2014/main" id="{5D2D99E0-EC82-48EC-AF4F-FAEA40A411E8}"/>
              </a:ext>
            </a:extLst>
          </p:cNvPr>
          <p:cNvSpPr>
            <a:spLocks xmlns:a="http://schemas.openxmlformats.org/drawingml/2006/main" noGrp="1"/>
          </p:cNvSpPr>
          <p:nvPr/>
        </p:nvSpPr>
        <p:spPr>
          <a:xfrm xmlns:a="http://schemas.openxmlformats.org/drawingml/2006/main">
            <a:off x="3895725" y="3000375"/>
            <a:ext cx="571500" cy="571500"/>
          </a:xfrm>
          <a:prstGeom xmlns:a="http://schemas.openxmlformats.org/drawingml/2006/main" prst="ellipse">
            <a:avLst/>
          </a:prstGeom>
          <a:solidFill xmlns:a="http://schemas.openxmlformats.org/drawingml/2006/main">
            <a:srgbClr val="2453A6"/>
          </a:solidFill>
          <a:ln xmlns:a="http://schemas.openxmlformats.org/drawingml/2006/main" w="0">
            <a:solidFill>
              <a:srgbClr val="2453A6"/>
            </a:solidFill>
            <a:prstDash val="solid"/>
          </a:ln>
        </p:spPr>
      </p:sp>
      <p:sp>
        <p:nvSpPr>
          <p:cNvPr id="14" name="slide-10-number-text-2">
            <a:extLst xmlns:a="http://schemas.openxmlformats.org/drawingml/2006/main">
              <a:ext uri="{FF2B5EF4-FFF2-40B4-BE49-F238E27FC236}">
                <a16:creationId xmlns:a16="http://schemas.microsoft.com/office/drawing/2014/main" id="{220229FB-F2F1-4BC3-AD25-293B9EBEB7AE}"/>
              </a:ext>
            </a:extLst>
          </p:cNvPr>
          <p:cNvSpPr>
            <a:spLocks xmlns:a="http://schemas.openxmlformats.org/drawingml/2006/main" noGrp="1"/>
          </p:cNvSpPr>
          <p:nvPr/>
        </p:nvSpPr>
        <p:spPr>
          <a:xfrm xmlns:a="http://schemas.openxmlformats.org/drawingml/2006/main">
            <a:off x="3895725"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2</a:t>
            </a:r>
          </a:p>
        </p:txBody>
      </p:sp>
      <p:sp>
        <p:nvSpPr>
          <p:cNvPr id="15" name="slide-10-heading-2">
            <a:extLst xmlns:a="http://schemas.openxmlformats.org/drawingml/2006/main">
              <a:ext uri="{FF2B5EF4-FFF2-40B4-BE49-F238E27FC236}">
                <a16:creationId xmlns:a16="http://schemas.microsoft.com/office/drawing/2014/main" id="{0A5505FA-6780-4723-96C5-8E7FE4D7A8DA}"/>
              </a:ext>
            </a:extLst>
          </p:cNvPr>
          <p:cNvSpPr>
            <a:spLocks xmlns:a="http://schemas.openxmlformats.org/drawingml/2006/main" noGrp="1"/>
          </p:cNvSpPr>
          <p:nvPr/>
        </p:nvSpPr>
        <p:spPr>
          <a:xfrm xmlns:a="http://schemas.openxmlformats.org/drawingml/2006/main">
            <a:off x="3895725"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453A6"/>
                </a:solidFill>
                <a:latin typeface="Helvetica Neue"/>
                <a:ea typeface="Helvetica Neue"/>
                <a:cs typeface="Helvetica Neue"/>
              </a:defRPr>
            </a:defPPr>
            <a:lvl1pPr algn="l">
              <a:buNone/>
              <a:defRPr sz="1575" b="1">
                <a:solidFill>
                  <a:srgbClr val="2453A6"/>
                </a:solidFill>
                <a:latin typeface="Helvetica Neue"/>
                <a:ea typeface="Helvetica Neue"/>
                <a:cs typeface="Helvetica Neue"/>
              </a:defRPr>
            </a:lvl1pPr>
            <a:lvl2pPr algn="l">
              <a:buNone/>
              <a:defRPr sz="1575" b="1">
                <a:solidFill>
                  <a:srgbClr val="2453A6"/>
                </a:solidFill>
                <a:latin typeface="Helvetica Neue"/>
                <a:ea typeface="Helvetica Neue"/>
                <a:cs typeface="Helvetica Neue"/>
              </a:defRPr>
            </a:lvl2pPr>
            <a:lvl3pPr algn="l">
              <a:buNone/>
              <a:defRPr sz="1575" b="1">
                <a:solidFill>
                  <a:srgbClr val="2453A6"/>
                </a:solidFill>
                <a:latin typeface="Helvetica Neue"/>
                <a:ea typeface="Helvetica Neue"/>
                <a:cs typeface="Helvetica Neue"/>
              </a:defRPr>
            </a:lvl3pPr>
            <a:lvl4pPr algn="l">
              <a:buNone/>
              <a:defRPr sz="1575" b="1">
                <a:solidFill>
                  <a:srgbClr val="2453A6"/>
                </a:solidFill>
                <a:latin typeface="Helvetica Neue"/>
                <a:ea typeface="Helvetica Neue"/>
                <a:cs typeface="Helvetica Neue"/>
              </a:defRPr>
            </a:lvl4pPr>
            <a:lvl5pPr algn="l">
              <a:buNone/>
              <a:defRPr sz="1575" b="1">
                <a:solidFill>
                  <a:srgbClr val="2453A6"/>
                </a:solidFill>
                <a:latin typeface="Helvetica Neue"/>
                <a:ea typeface="Helvetica Neue"/>
                <a:cs typeface="Helvetica Neue"/>
              </a:defRPr>
            </a:lvl5pPr>
            <a:lvl6pPr algn="l">
              <a:buNone/>
              <a:defRPr sz="1575" b="1">
                <a:solidFill>
                  <a:srgbClr val="2453A6"/>
                </a:solidFill>
                <a:latin typeface="Helvetica Neue"/>
                <a:ea typeface="Helvetica Neue"/>
                <a:cs typeface="Helvetica Neue"/>
              </a:defRPr>
            </a:lvl6pPr>
            <a:lvl7pPr algn="l">
              <a:buNone/>
              <a:defRPr sz="1575" b="1">
                <a:solidFill>
                  <a:srgbClr val="2453A6"/>
                </a:solidFill>
                <a:latin typeface="Helvetica Neue"/>
                <a:ea typeface="Helvetica Neue"/>
                <a:cs typeface="Helvetica Neue"/>
              </a:defRPr>
            </a:lvl7pPr>
            <a:lvl8pPr algn="l">
              <a:buNone/>
              <a:defRPr sz="1575" b="1">
                <a:solidFill>
                  <a:srgbClr val="2453A6"/>
                </a:solidFill>
                <a:latin typeface="Helvetica Neue"/>
                <a:ea typeface="Helvetica Neue"/>
                <a:cs typeface="Helvetica Neue"/>
              </a:defRPr>
            </a:lvl8pPr>
            <a:lvl9pPr algn="l">
              <a:buNone/>
              <a:defRPr sz="1575" b="1">
                <a:solidFill>
                  <a:srgbClr val="2453A6"/>
                </a:solidFill>
                <a:latin typeface="Helvetica Neue"/>
                <a:ea typeface="Helvetica Neue"/>
                <a:cs typeface="Helvetica Neue"/>
              </a:defRPr>
            </a:lvl9pPr>
          </a:lstStyle>
          <a:p xmlns:a="http://schemas.openxmlformats.org/drawingml/2006/main">
            <a:pPr algn="l">
              <a:lnSpc>
                <a:spcPct val="100000"/>
              </a:lnSpc>
              <a:buNone/>
              <a:defRPr sz="1575" b="1">
                <a:solidFill>
                  <a:srgbClr val="2453A6"/>
                </a:solidFill>
                <a:latin typeface="Helvetica Neue"/>
                <a:ea typeface="Helvetica Neue"/>
                <a:cs typeface="Helvetica Neue"/>
              </a:defRPr>
            </a:pPr>
            <a:r>
              <a:rPr sz="1575" b="1">
                <a:solidFill>
                  <a:srgbClr val="2453A6"/>
                </a:solidFill>
                <a:latin typeface="Helvetica Neue"/>
                <a:ea typeface="Helvetica Neue"/>
                <a:cs typeface="Helvetica Neue"/>
              </a:rPr>
              <a:t>ASK PERMISSION</a:t>
            </a:r>
          </a:p>
        </p:txBody>
      </p:sp>
      <p:sp>
        <p:nvSpPr>
          <p:cNvPr id="16" name="slide-10-body-2">
            <a:extLst xmlns:a="http://schemas.openxmlformats.org/drawingml/2006/main">
              <a:ext uri="{FF2B5EF4-FFF2-40B4-BE49-F238E27FC236}">
                <a16:creationId xmlns:a16="http://schemas.microsoft.com/office/drawing/2014/main" id="{2EEEB770-01BE-4D66-A246-5D1B8820019E}"/>
              </a:ext>
            </a:extLst>
          </p:cNvPr>
          <p:cNvSpPr>
            <a:spLocks xmlns:a="http://schemas.openxmlformats.org/drawingml/2006/main" noGrp="1"/>
          </p:cNvSpPr>
          <p:nvPr/>
        </p:nvSpPr>
        <p:spPr>
          <a:xfrm xmlns:a="http://schemas.openxmlformats.org/drawingml/2006/main">
            <a:off x="3895725"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Staff checks whether to save it for this stay.</a:t>
            </a:r>
          </a:p>
        </p:txBody>
      </p:sp>
      <p:sp>
        <p:nvSpPr>
          <p:cNvPr id="17" name="slide-10-arrow-2">
            <a:extLst xmlns:a="http://schemas.openxmlformats.org/drawingml/2006/main">
              <a:ext uri="{FF2B5EF4-FFF2-40B4-BE49-F238E27FC236}">
                <a16:creationId xmlns:a16="http://schemas.microsoft.com/office/drawing/2014/main" id="{7EAA68CF-D233-4614-BF76-0161F799D490}"/>
              </a:ext>
            </a:extLst>
          </p:cNvPr>
          <p:cNvSpPr>
            <a:spLocks xmlns:a="http://schemas.openxmlformats.org/drawingml/2006/main" noGrp="1"/>
          </p:cNvSpPr>
          <p:nvPr/>
        </p:nvSpPr>
        <p:spPr>
          <a:xfrm xmlns:a="http://schemas.openxmlformats.org/drawingml/2006/main">
            <a:off x="6257925"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8" name="slide-10-step-3">
            <a:extLst xmlns:a="http://schemas.openxmlformats.org/drawingml/2006/main">
              <a:ext uri="{FF2B5EF4-FFF2-40B4-BE49-F238E27FC236}">
                <a16:creationId xmlns:a16="http://schemas.microsoft.com/office/drawing/2014/main" id="{731EE965-6D7A-4DE4-BF48-2883BB1C3781}"/>
              </a:ext>
            </a:extLst>
          </p:cNvPr>
          <p:cNvSpPr>
            <a:spLocks xmlns:a="http://schemas.openxmlformats.org/drawingml/2006/main" noGrp="1"/>
          </p:cNvSpPr>
          <p:nvPr/>
        </p:nvSpPr>
        <p:spPr>
          <a:xfrm xmlns:a="http://schemas.openxmlformats.org/drawingml/2006/main">
            <a:off x="6534150"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19" name="slide-10-number-3">
            <a:extLst xmlns:a="http://schemas.openxmlformats.org/drawingml/2006/main">
              <a:ext uri="{FF2B5EF4-FFF2-40B4-BE49-F238E27FC236}">
                <a16:creationId xmlns:a16="http://schemas.microsoft.com/office/drawing/2014/main" id="{2010C87B-6035-4A1E-95E9-4B8C892027B4}"/>
              </a:ext>
            </a:extLst>
          </p:cNvPr>
          <p:cNvSpPr>
            <a:spLocks xmlns:a="http://schemas.openxmlformats.org/drawingml/2006/main" noGrp="1"/>
          </p:cNvSpPr>
          <p:nvPr/>
        </p:nvSpPr>
        <p:spPr>
          <a:xfrm xmlns:a="http://schemas.openxmlformats.org/drawingml/2006/main">
            <a:off x="6762750" y="3000375"/>
            <a:ext cx="571500" cy="571500"/>
          </a:xfrm>
          <a:prstGeom xmlns:a="http://schemas.openxmlformats.org/drawingml/2006/main" prst="ellipse">
            <a:avLst/>
          </a:prstGeom>
          <a:solidFill xmlns:a="http://schemas.openxmlformats.org/drawingml/2006/main">
            <a:srgbClr val="98620A"/>
          </a:solidFill>
          <a:ln xmlns:a="http://schemas.openxmlformats.org/drawingml/2006/main" w="0">
            <a:solidFill>
              <a:srgbClr val="98620A"/>
            </a:solidFill>
            <a:prstDash val="solid"/>
          </a:ln>
        </p:spPr>
      </p:sp>
      <p:sp>
        <p:nvSpPr>
          <p:cNvPr id="20" name="slide-10-number-text-3">
            <a:extLst xmlns:a="http://schemas.openxmlformats.org/drawingml/2006/main">
              <a:ext uri="{FF2B5EF4-FFF2-40B4-BE49-F238E27FC236}">
                <a16:creationId xmlns:a16="http://schemas.microsoft.com/office/drawing/2014/main" id="{43056694-C680-4418-A175-13D3F2FBA9A3}"/>
              </a:ext>
            </a:extLst>
          </p:cNvPr>
          <p:cNvSpPr>
            <a:spLocks xmlns:a="http://schemas.openxmlformats.org/drawingml/2006/main" noGrp="1"/>
          </p:cNvSpPr>
          <p:nvPr/>
        </p:nvSpPr>
        <p:spPr>
          <a:xfrm xmlns:a="http://schemas.openxmlformats.org/drawingml/2006/main">
            <a:off x="6762750"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3</a:t>
            </a:r>
          </a:p>
        </p:txBody>
      </p:sp>
      <p:sp>
        <p:nvSpPr>
          <p:cNvPr id="21" name="slide-10-heading-3">
            <a:extLst xmlns:a="http://schemas.openxmlformats.org/drawingml/2006/main">
              <a:ext uri="{FF2B5EF4-FFF2-40B4-BE49-F238E27FC236}">
                <a16:creationId xmlns:a16="http://schemas.microsoft.com/office/drawing/2014/main" id="{737DE12F-2A8B-49A9-8680-E21DB4484313}"/>
              </a:ext>
            </a:extLst>
          </p:cNvPr>
          <p:cNvSpPr>
            <a:spLocks xmlns:a="http://schemas.openxmlformats.org/drawingml/2006/main" noGrp="1"/>
          </p:cNvSpPr>
          <p:nvPr/>
        </p:nvSpPr>
        <p:spPr>
          <a:xfrm xmlns:a="http://schemas.openxmlformats.org/drawingml/2006/main">
            <a:off x="6762750"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98620A"/>
                </a:solidFill>
                <a:latin typeface="Helvetica Neue"/>
                <a:ea typeface="Helvetica Neue"/>
                <a:cs typeface="Helvetica Neue"/>
              </a:defRPr>
            </a:defPPr>
            <a:lvl1pPr algn="l">
              <a:buNone/>
              <a:defRPr sz="1575" b="1">
                <a:solidFill>
                  <a:srgbClr val="98620A"/>
                </a:solidFill>
                <a:latin typeface="Helvetica Neue"/>
                <a:ea typeface="Helvetica Neue"/>
                <a:cs typeface="Helvetica Neue"/>
              </a:defRPr>
            </a:lvl1pPr>
            <a:lvl2pPr algn="l">
              <a:buNone/>
              <a:defRPr sz="1575" b="1">
                <a:solidFill>
                  <a:srgbClr val="98620A"/>
                </a:solidFill>
                <a:latin typeface="Helvetica Neue"/>
                <a:ea typeface="Helvetica Neue"/>
                <a:cs typeface="Helvetica Neue"/>
              </a:defRPr>
            </a:lvl2pPr>
            <a:lvl3pPr algn="l">
              <a:buNone/>
              <a:defRPr sz="1575" b="1">
                <a:solidFill>
                  <a:srgbClr val="98620A"/>
                </a:solidFill>
                <a:latin typeface="Helvetica Neue"/>
                <a:ea typeface="Helvetica Neue"/>
                <a:cs typeface="Helvetica Neue"/>
              </a:defRPr>
            </a:lvl3pPr>
            <a:lvl4pPr algn="l">
              <a:buNone/>
              <a:defRPr sz="1575" b="1">
                <a:solidFill>
                  <a:srgbClr val="98620A"/>
                </a:solidFill>
                <a:latin typeface="Helvetica Neue"/>
                <a:ea typeface="Helvetica Neue"/>
                <a:cs typeface="Helvetica Neue"/>
              </a:defRPr>
            </a:lvl4pPr>
            <a:lvl5pPr algn="l">
              <a:buNone/>
              <a:defRPr sz="1575" b="1">
                <a:solidFill>
                  <a:srgbClr val="98620A"/>
                </a:solidFill>
                <a:latin typeface="Helvetica Neue"/>
                <a:ea typeface="Helvetica Neue"/>
                <a:cs typeface="Helvetica Neue"/>
              </a:defRPr>
            </a:lvl5pPr>
            <a:lvl6pPr algn="l">
              <a:buNone/>
              <a:defRPr sz="1575" b="1">
                <a:solidFill>
                  <a:srgbClr val="98620A"/>
                </a:solidFill>
                <a:latin typeface="Helvetica Neue"/>
                <a:ea typeface="Helvetica Neue"/>
                <a:cs typeface="Helvetica Neue"/>
              </a:defRPr>
            </a:lvl6pPr>
            <a:lvl7pPr algn="l">
              <a:buNone/>
              <a:defRPr sz="1575" b="1">
                <a:solidFill>
                  <a:srgbClr val="98620A"/>
                </a:solidFill>
                <a:latin typeface="Helvetica Neue"/>
                <a:ea typeface="Helvetica Neue"/>
                <a:cs typeface="Helvetica Neue"/>
              </a:defRPr>
            </a:lvl7pPr>
            <a:lvl8pPr algn="l">
              <a:buNone/>
              <a:defRPr sz="1575" b="1">
                <a:solidFill>
                  <a:srgbClr val="98620A"/>
                </a:solidFill>
                <a:latin typeface="Helvetica Neue"/>
                <a:ea typeface="Helvetica Neue"/>
                <a:cs typeface="Helvetica Neue"/>
              </a:defRPr>
            </a:lvl8pPr>
            <a:lvl9pPr algn="l">
              <a:buNone/>
              <a:defRPr sz="1575" b="1">
                <a:solidFill>
                  <a:srgbClr val="98620A"/>
                </a:solidFill>
                <a:latin typeface="Helvetica Neue"/>
                <a:ea typeface="Helvetica Neue"/>
                <a:cs typeface="Helvetica Neue"/>
              </a:defRPr>
            </a:lvl9pPr>
          </a:lstStyle>
          <a:p xmlns:a="http://schemas.openxmlformats.org/drawingml/2006/main">
            <a:pPr algn="l">
              <a:lnSpc>
                <a:spcPct val="100000"/>
              </a:lnSpc>
              <a:buNone/>
              <a:defRPr sz="1575" b="1">
                <a:solidFill>
                  <a:srgbClr val="98620A"/>
                </a:solidFill>
                <a:latin typeface="Helvetica Neue"/>
                <a:ea typeface="Helvetica Neue"/>
                <a:cs typeface="Helvetica Neue"/>
              </a:defRPr>
            </a:pPr>
            <a:r>
              <a:rPr sz="1575" b="1">
                <a:solidFill>
                  <a:srgbClr val="98620A"/>
                </a:solidFill>
                <a:latin typeface="Helvetica Neue"/>
                <a:ea typeface="Helvetica Neue"/>
                <a:cs typeface="Helvetica Neue"/>
              </a:rPr>
              <a:t>CAPTURE + CHECK</a:t>
            </a:r>
          </a:p>
        </p:txBody>
      </p:sp>
      <p:sp>
        <p:nvSpPr>
          <p:cNvPr id="22" name="slide-10-body-3">
            <a:extLst xmlns:a="http://schemas.openxmlformats.org/drawingml/2006/main">
              <a:ext uri="{FF2B5EF4-FFF2-40B4-BE49-F238E27FC236}">
                <a16:creationId xmlns:a16="http://schemas.microsoft.com/office/drawing/2014/main" id="{D56C4B5A-3719-4435-937F-2E92727CFE04}"/>
              </a:ext>
            </a:extLst>
          </p:cNvPr>
          <p:cNvSpPr>
            <a:spLocks xmlns:a="http://schemas.openxmlformats.org/drawingml/2006/main" noGrp="1"/>
          </p:cNvSpPr>
          <p:nvPr/>
        </p:nvSpPr>
        <p:spPr>
          <a:xfrm xmlns:a="http://schemas.openxmlformats.org/drawingml/2006/main">
            <a:off x="6762750"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Staff records the short note and can edit it.</a:t>
            </a:r>
          </a:p>
        </p:txBody>
      </p:sp>
      <p:sp>
        <p:nvSpPr>
          <p:cNvPr id="23" name="slide-10-arrow-3">
            <a:extLst xmlns:a="http://schemas.openxmlformats.org/drawingml/2006/main">
              <a:ext uri="{FF2B5EF4-FFF2-40B4-BE49-F238E27FC236}">
                <a16:creationId xmlns:a16="http://schemas.microsoft.com/office/drawing/2014/main" id="{E9EB7728-4864-4D44-AD59-CBC613927A70}"/>
              </a:ext>
            </a:extLst>
          </p:cNvPr>
          <p:cNvSpPr>
            <a:spLocks xmlns:a="http://schemas.openxmlformats.org/drawingml/2006/main" noGrp="1"/>
          </p:cNvSpPr>
          <p:nvPr/>
        </p:nvSpPr>
        <p:spPr>
          <a:xfrm xmlns:a="http://schemas.openxmlformats.org/drawingml/2006/main">
            <a:off x="9124950"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24" name="slide-10-step-4">
            <a:extLst xmlns:a="http://schemas.openxmlformats.org/drawingml/2006/main">
              <a:ext uri="{FF2B5EF4-FFF2-40B4-BE49-F238E27FC236}">
                <a16:creationId xmlns:a16="http://schemas.microsoft.com/office/drawing/2014/main" id="{51661C2E-66A6-4350-877F-4EF6EA47F282}"/>
              </a:ext>
            </a:extLst>
          </p:cNvPr>
          <p:cNvSpPr>
            <a:spLocks xmlns:a="http://schemas.openxmlformats.org/drawingml/2006/main" noGrp="1"/>
          </p:cNvSpPr>
          <p:nvPr/>
        </p:nvSpPr>
        <p:spPr>
          <a:xfrm xmlns:a="http://schemas.openxmlformats.org/drawingml/2006/main">
            <a:off x="9401175"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25" name="slide-10-number-4">
            <a:extLst xmlns:a="http://schemas.openxmlformats.org/drawingml/2006/main">
              <a:ext uri="{FF2B5EF4-FFF2-40B4-BE49-F238E27FC236}">
                <a16:creationId xmlns:a16="http://schemas.microsoft.com/office/drawing/2014/main" id="{E1F4FB4F-79DF-4D37-A8D5-71D15E670C62}"/>
              </a:ext>
            </a:extLst>
          </p:cNvPr>
          <p:cNvSpPr>
            <a:spLocks xmlns:a="http://schemas.openxmlformats.org/drawingml/2006/main" noGrp="1"/>
          </p:cNvSpPr>
          <p:nvPr/>
        </p:nvSpPr>
        <p:spPr>
          <a:xfrm xmlns:a="http://schemas.openxmlformats.org/drawingml/2006/main">
            <a:off x="9629775" y="3000375"/>
            <a:ext cx="571500" cy="571500"/>
          </a:xfrm>
          <a:prstGeom xmlns:a="http://schemas.openxmlformats.org/drawingml/2006/main" prst="ellipse">
            <a:avLst/>
          </a:prstGeom>
          <a:solidFill xmlns:a="http://schemas.openxmlformats.org/drawingml/2006/main">
            <a:srgbClr val="98620A"/>
          </a:solidFill>
          <a:ln xmlns:a="http://schemas.openxmlformats.org/drawingml/2006/main" w="0">
            <a:solidFill>
              <a:srgbClr val="98620A"/>
            </a:solidFill>
            <a:prstDash val="solid"/>
          </a:ln>
        </p:spPr>
      </p:sp>
      <p:sp>
        <p:nvSpPr>
          <p:cNvPr id="26" name="slide-10-number-text-4">
            <a:extLst xmlns:a="http://schemas.openxmlformats.org/drawingml/2006/main">
              <a:ext uri="{FF2B5EF4-FFF2-40B4-BE49-F238E27FC236}">
                <a16:creationId xmlns:a16="http://schemas.microsoft.com/office/drawing/2014/main" id="{F41CCD1F-23F6-4A6F-BFFA-AA7DF803B0A2}"/>
              </a:ext>
            </a:extLst>
          </p:cNvPr>
          <p:cNvSpPr>
            <a:spLocks xmlns:a="http://schemas.openxmlformats.org/drawingml/2006/main" noGrp="1"/>
          </p:cNvSpPr>
          <p:nvPr/>
        </p:nvSpPr>
        <p:spPr>
          <a:xfrm xmlns:a="http://schemas.openxmlformats.org/drawingml/2006/main">
            <a:off x="9629775"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4</a:t>
            </a:r>
          </a:p>
        </p:txBody>
      </p:sp>
      <p:sp>
        <p:nvSpPr>
          <p:cNvPr id="27" name="slide-10-heading-4">
            <a:extLst xmlns:a="http://schemas.openxmlformats.org/drawingml/2006/main">
              <a:ext uri="{FF2B5EF4-FFF2-40B4-BE49-F238E27FC236}">
                <a16:creationId xmlns:a16="http://schemas.microsoft.com/office/drawing/2014/main" id="{8A50737E-094A-4379-878B-4563FC4CE963}"/>
              </a:ext>
            </a:extLst>
          </p:cNvPr>
          <p:cNvSpPr>
            <a:spLocks xmlns:a="http://schemas.openxmlformats.org/drawingml/2006/main" noGrp="1"/>
          </p:cNvSpPr>
          <p:nvPr/>
        </p:nvSpPr>
        <p:spPr>
          <a:xfrm xmlns:a="http://schemas.openxmlformats.org/drawingml/2006/main">
            <a:off x="9629775"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98620A"/>
                </a:solidFill>
                <a:latin typeface="Helvetica Neue"/>
                <a:ea typeface="Helvetica Neue"/>
                <a:cs typeface="Helvetica Neue"/>
              </a:defRPr>
            </a:defPPr>
            <a:lvl1pPr algn="l">
              <a:buNone/>
              <a:defRPr sz="1575" b="1">
                <a:solidFill>
                  <a:srgbClr val="98620A"/>
                </a:solidFill>
                <a:latin typeface="Helvetica Neue"/>
                <a:ea typeface="Helvetica Neue"/>
                <a:cs typeface="Helvetica Neue"/>
              </a:defRPr>
            </a:lvl1pPr>
            <a:lvl2pPr algn="l">
              <a:buNone/>
              <a:defRPr sz="1575" b="1">
                <a:solidFill>
                  <a:srgbClr val="98620A"/>
                </a:solidFill>
                <a:latin typeface="Helvetica Neue"/>
                <a:ea typeface="Helvetica Neue"/>
                <a:cs typeface="Helvetica Neue"/>
              </a:defRPr>
            </a:lvl2pPr>
            <a:lvl3pPr algn="l">
              <a:buNone/>
              <a:defRPr sz="1575" b="1">
                <a:solidFill>
                  <a:srgbClr val="98620A"/>
                </a:solidFill>
                <a:latin typeface="Helvetica Neue"/>
                <a:ea typeface="Helvetica Neue"/>
                <a:cs typeface="Helvetica Neue"/>
              </a:defRPr>
            </a:lvl3pPr>
            <a:lvl4pPr algn="l">
              <a:buNone/>
              <a:defRPr sz="1575" b="1">
                <a:solidFill>
                  <a:srgbClr val="98620A"/>
                </a:solidFill>
                <a:latin typeface="Helvetica Neue"/>
                <a:ea typeface="Helvetica Neue"/>
                <a:cs typeface="Helvetica Neue"/>
              </a:defRPr>
            </a:lvl4pPr>
            <a:lvl5pPr algn="l">
              <a:buNone/>
              <a:defRPr sz="1575" b="1">
                <a:solidFill>
                  <a:srgbClr val="98620A"/>
                </a:solidFill>
                <a:latin typeface="Helvetica Neue"/>
                <a:ea typeface="Helvetica Neue"/>
                <a:cs typeface="Helvetica Neue"/>
              </a:defRPr>
            </a:lvl5pPr>
            <a:lvl6pPr algn="l">
              <a:buNone/>
              <a:defRPr sz="1575" b="1">
                <a:solidFill>
                  <a:srgbClr val="98620A"/>
                </a:solidFill>
                <a:latin typeface="Helvetica Neue"/>
                <a:ea typeface="Helvetica Neue"/>
                <a:cs typeface="Helvetica Neue"/>
              </a:defRPr>
            </a:lvl6pPr>
            <a:lvl7pPr algn="l">
              <a:buNone/>
              <a:defRPr sz="1575" b="1">
                <a:solidFill>
                  <a:srgbClr val="98620A"/>
                </a:solidFill>
                <a:latin typeface="Helvetica Neue"/>
                <a:ea typeface="Helvetica Neue"/>
                <a:cs typeface="Helvetica Neue"/>
              </a:defRPr>
            </a:lvl7pPr>
            <a:lvl8pPr algn="l">
              <a:buNone/>
              <a:defRPr sz="1575" b="1">
                <a:solidFill>
                  <a:srgbClr val="98620A"/>
                </a:solidFill>
                <a:latin typeface="Helvetica Neue"/>
                <a:ea typeface="Helvetica Neue"/>
                <a:cs typeface="Helvetica Neue"/>
              </a:defRPr>
            </a:lvl8pPr>
            <a:lvl9pPr algn="l">
              <a:buNone/>
              <a:defRPr sz="1575" b="1">
                <a:solidFill>
                  <a:srgbClr val="98620A"/>
                </a:solidFill>
                <a:latin typeface="Helvetica Neue"/>
                <a:ea typeface="Helvetica Neue"/>
                <a:cs typeface="Helvetica Neue"/>
              </a:defRPr>
            </a:lvl9pPr>
          </a:lstStyle>
          <a:p xmlns:a="http://schemas.openxmlformats.org/drawingml/2006/main">
            <a:pPr algn="l">
              <a:lnSpc>
                <a:spcPct val="100000"/>
              </a:lnSpc>
              <a:buNone/>
              <a:defRPr sz="1575" b="1">
                <a:solidFill>
                  <a:srgbClr val="98620A"/>
                </a:solidFill>
                <a:latin typeface="Helvetica Neue"/>
                <a:ea typeface="Helvetica Neue"/>
                <a:cs typeface="Helvetica Neue"/>
              </a:defRPr>
            </a:pPr>
            <a:r>
              <a:rPr sz="1575" b="1">
                <a:solidFill>
                  <a:srgbClr val="98620A"/>
                </a:solidFill>
                <a:latin typeface="Helvetica Neue"/>
                <a:ea typeface="Helvetica Neue"/>
                <a:cs typeface="Helvetica Neue"/>
              </a:rPr>
              <a:t>LINK TO STAY</a:t>
            </a:r>
          </a:p>
        </p:txBody>
      </p:sp>
      <p:sp>
        <p:nvSpPr>
          <p:cNvPr id="28" name="slide-10-body-4">
            <a:extLst xmlns:a="http://schemas.openxmlformats.org/drawingml/2006/main">
              <a:ext uri="{FF2B5EF4-FFF2-40B4-BE49-F238E27FC236}">
                <a16:creationId xmlns:a16="http://schemas.microsoft.com/office/drawing/2014/main" id="{7DB1ADAB-700C-4384-91FC-E58302DB5FD8}"/>
              </a:ext>
            </a:extLst>
          </p:cNvPr>
          <p:cNvSpPr>
            <a:spLocks xmlns:a="http://schemas.openxmlformats.org/drawingml/2006/main" noGrp="1"/>
          </p:cNvSpPr>
          <p:nvPr/>
        </p:nvSpPr>
        <p:spPr>
          <a:xfrm xmlns:a="http://schemas.openxmlformats.org/drawingml/2006/main">
            <a:off x="9629775"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Select guest/stay; add source and expiry.</a:t>
            </a:r>
          </a:p>
        </p:txBody>
      </p:sp>
      <p:sp>
        <p:nvSpPr>
          <p:cNvPr id="29" name="slide-10-arrow-4">
            <a:extLst xmlns:a="http://schemas.openxmlformats.org/drawingml/2006/main">
              <a:ext uri="{FF2B5EF4-FFF2-40B4-BE49-F238E27FC236}">
                <a16:creationId xmlns:a16="http://schemas.microsoft.com/office/drawing/2014/main" id="{0C0A1661-4378-4BA4-90AA-463D51B798B5}"/>
              </a:ext>
            </a:extLst>
          </p:cNvPr>
          <p:cNvSpPr>
            <a:spLocks xmlns:a="http://schemas.openxmlformats.org/drawingml/2006/main" noGrp="1"/>
          </p:cNvSpPr>
          <p:nvPr/>
        </p:nvSpPr>
        <p:spPr>
          <a:xfrm xmlns:a="http://schemas.openxmlformats.org/drawingml/2006/main">
            <a:off x="11991975"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0" name="slide-10-step-5">
            <a:extLst xmlns:a="http://schemas.openxmlformats.org/drawingml/2006/main">
              <a:ext uri="{FF2B5EF4-FFF2-40B4-BE49-F238E27FC236}">
                <a16:creationId xmlns:a16="http://schemas.microsoft.com/office/drawing/2014/main" id="{ABAAD2D8-0EE5-4B06-AEDA-D50600F13976}"/>
              </a:ext>
            </a:extLst>
          </p:cNvPr>
          <p:cNvSpPr>
            <a:spLocks xmlns:a="http://schemas.openxmlformats.org/drawingml/2006/main" noGrp="1"/>
          </p:cNvSpPr>
          <p:nvPr/>
        </p:nvSpPr>
        <p:spPr>
          <a:xfrm xmlns:a="http://schemas.openxmlformats.org/drawingml/2006/main">
            <a:off x="12268200"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31" name="slide-10-number-5">
            <a:extLst xmlns:a="http://schemas.openxmlformats.org/drawingml/2006/main">
              <a:ext uri="{FF2B5EF4-FFF2-40B4-BE49-F238E27FC236}">
                <a16:creationId xmlns:a16="http://schemas.microsoft.com/office/drawing/2014/main" id="{53FDE589-C3DC-463F-A436-274957240958}"/>
              </a:ext>
            </a:extLst>
          </p:cNvPr>
          <p:cNvSpPr>
            <a:spLocks xmlns:a="http://schemas.openxmlformats.org/drawingml/2006/main" noGrp="1"/>
          </p:cNvSpPr>
          <p:nvPr/>
        </p:nvSpPr>
        <p:spPr>
          <a:xfrm xmlns:a="http://schemas.openxmlformats.org/drawingml/2006/main">
            <a:off x="12496800" y="3000375"/>
            <a:ext cx="571500" cy="571500"/>
          </a:xfrm>
          <a:prstGeom xmlns:a="http://schemas.openxmlformats.org/drawingml/2006/main" prst="ellipse">
            <a:avLst/>
          </a:prstGeom>
          <a:solidFill xmlns:a="http://schemas.openxmlformats.org/drawingml/2006/main">
            <a:srgbClr val="2C6B55"/>
          </a:solidFill>
          <a:ln xmlns:a="http://schemas.openxmlformats.org/drawingml/2006/main" w="0">
            <a:solidFill>
              <a:srgbClr val="2C6B55"/>
            </a:solidFill>
            <a:prstDash val="solid"/>
          </a:ln>
        </p:spPr>
      </p:sp>
      <p:sp>
        <p:nvSpPr>
          <p:cNvPr id="32" name="slide-10-number-text-5">
            <a:extLst xmlns:a="http://schemas.openxmlformats.org/drawingml/2006/main">
              <a:ext uri="{FF2B5EF4-FFF2-40B4-BE49-F238E27FC236}">
                <a16:creationId xmlns:a16="http://schemas.microsoft.com/office/drawing/2014/main" id="{1892088D-8509-4530-B8C1-A085118CB871}"/>
              </a:ext>
            </a:extLst>
          </p:cNvPr>
          <p:cNvSpPr>
            <a:spLocks xmlns:a="http://schemas.openxmlformats.org/drawingml/2006/main" noGrp="1"/>
          </p:cNvSpPr>
          <p:nvPr/>
        </p:nvSpPr>
        <p:spPr>
          <a:xfrm xmlns:a="http://schemas.openxmlformats.org/drawingml/2006/main">
            <a:off x="12496800"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5</a:t>
            </a:r>
          </a:p>
        </p:txBody>
      </p:sp>
      <p:sp>
        <p:nvSpPr>
          <p:cNvPr id="33" name="slide-10-heading-5">
            <a:extLst xmlns:a="http://schemas.openxmlformats.org/drawingml/2006/main">
              <a:ext uri="{FF2B5EF4-FFF2-40B4-BE49-F238E27FC236}">
                <a16:creationId xmlns:a16="http://schemas.microsoft.com/office/drawing/2014/main" id="{115A1874-639C-4B33-9A58-2B97A67E4DE6}"/>
              </a:ext>
            </a:extLst>
          </p:cNvPr>
          <p:cNvSpPr>
            <a:spLocks xmlns:a="http://schemas.openxmlformats.org/drawingml/2006/main" noGrp="1"/>
          </p:cNvSpPr>
          <p:nvPr/>
        </p:nvSpPr>
        <p:spPr>
          <a:xfrm xmlns:a="http://schemas.openxmlformats.org/drawingml/2006/main">
            <a:off x="12496800"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C6B55"/>
                </a:solidFill>
                <a:latin typeface="Helvetica Neue"/>
                <a:ea typeface="Helvetica Neue"/>
                <a:cs typeface="Helvetica Neue"/>
              </a:defRPr>
            </a:defPPr>
            <a:lvl1pPr algn="l">
              <a:buNone/>
              <a:defRPr sz="1575" b="1">
                <a:solidFill>
                  <a:srgbClr val="2C6B55"/>
                </a:solidFill>
                <a:latin typeface="Helvetica Neue"/>
                <a:ea typeface="Helvetica Neue"/>
                <a:cs typeface="Helvetica Neue"/>
              </a:defRPr>
            </a:lvl1pPr>
            <a:lvl2pPr algn="l">
              <a:buNone/>
              <a:defRPr sz="1575" b="1">
                <a:solidFill>
                  <a:srgbClr val="2C6B55"/>
                </a:solidFill>
                <a:latin typeface="Helvetica Neue"/>
                <a:ea typeface="Helvetica Neue"/>
                <a:cs typeface="Helvetica Neue"/>
              </a:defRPr>
            </a:lvl2pPr>
            <a:lvl3pPr algn="l">
              <a:buNone/>
              <a:defRPr sz="1575" b="1">
                <a:solidFill>
                  <a:srgbClr val="2C6B55"/>
                </a:solidFill>
                <a:latin typeface="Helvetica Neue"/>
                <a:ea typeface="Helvetica Neue"/>
                <a:cs typeface="Helvetica Neue"/>
              </a:defRPr>
            </a:lvl3pPr>
            <a:lvl4pPr algn="l">
              <a:buNone/>
              <a:defRPr sz="1575" b="1">
                <a:solidFill>
                  <a:srgbClr val="2C6B55"/>
                </a:solidFill>
                <a:latin typeface="Helvetica Neue"/>
                <a:ea typeface="Helvetica Neue"/>
                <a:cs typeface="Helvetica Neue"/>
              </a:defRPr>
            </a:lvl4pPr>
            <a:lvl5pPr algn="l">
              <a:buNone/>
              <a:defRPr sz="1575" b="1">
                <a:solidFill>
                  <a:srgbClr val="2C6B55"/>
                </a:solidFill>
                <a:latin typeface="Helvetica Neue"/>
                <a:ea typeface="Helvetica Neue"/>
                <a:cs typeface="Helvetica Neue"/>
              </a:defRPr>
            </a:lvl5pPr>
            <a:lvl6pPr algn="l">
              <a:buNone/>
              <a:defRPr sz="1575" b="1">
                <a:solidFill>
                  <a:srgbClr val="2C6B55"/>
                </a:solidFill>
                <a:latin typeface="Helvetica Neue"/>
                <a:ea typeface="Helvetica Neue"/>
                <a:cs typeface="Helvetica Neue"/>
              </a:defRPr>
            </a:lvl6pPr>
            <a:lvl7pPr algn="l">
              <a:buNone/>
              <a:defRPr sz="1575" b="1">
                <a:solidFill>
                  <a:srgbClr val="2C6B55"/>
                </a:solidFill>
                <a:latin typeface="Helvetica Neue"/>
                <a:ea typeface="Helvetica Neue"/>
                <a:cs typeface="Helvetica Neue"/>
              </a:defRPr>
            </a:lvl7pPr>
            <a:lvl8pPr algn="l">
              <a:buNone/>
              <a:defRPr sz="1575" b="1">
                <a:solidFill>
                  <a:srgbClr val="2C6B55"/>
                </a:solidFill>
                <a:latin typeface="Helvetica Neue"/>
                <a:ea typeface="Helvetica Neue"/>
                <a:cs typeface="Helvetica Neue"/>
              </a:defRPr>
            </a:lvl8pPr>
            <a:lvl9pPr algn="l">
              <a:buNone/>
              <a:defRPr sz="1575" b="1">
                <a:solidFill>
                  <a:srgbClr val="2C6B55"/>
                </a:solidFill>
                <a:latin typeface="Helvetica Neue"/>
                <a:ea typeface="Helvetica Neue"/>
                <a:cs typeface="Helvetica Neue"/>
              </a:defRPr>
            </a:lvl9pPr>
          </a:lstStyle>
          <a:p xmlns:a="http://schemas.openxmlformats.org/drawingml/2006/main">
            <a:pPr algn="l">
              <a:lnSpc>
                <a:spcPct val="100000"/>
              </a:lnSpc>
              <a:buNone/>
              <a:defRPr sz="1575" b="1">
                <a:solidFill>
                  <a:srgbClr val="2C6B55"/>
                </a:solidFill>
                <a:latin typeface="Helvetica Neue"/>
                <a:ea typeface="Helvetica Neue"/>
                <a:cs typeface="Helvetica Neue"/>
              </a:defRPr>
            </a:pPr>
            <a:r>
              <a:rPr sz="1575" b="1">
                <a:solidFill>
                  <a:srgbClr val="2C6B55"/>
                </a:solidFill>
                <a:latin typeface="Helvetica Neue"/>
                <a:ea typeface="Helvetica Neue"/>
                <a:cs typeface="Helvetica Neue"/>
              </a:rPr>
              <a:t>NEXT STAFF RETRIEVES</a:t>
            </a:r>
          </a:p>
        </p:txBody>
      </p:sp>
      <p:sp>
        <p:nvSpPr>
          <p:cNvPr id="34" name="slide-10-body-5">
            <a:extLst xmlns:a="http://schemas.openxmlformats.org/drawingml/2006/main">
              <a:ext uri="{FF2B5EF4-FFF2-40B4-BE49-F238E27FC236}">
                <a16:creationId xmlns:a16="http://schemas.microsoft.com/office/drawing/2014/main" id="{C4D2AFC2-2270-4D3F-B945-9711C62C47AE}"/>
              </a:ext>
            </a:extLst>
          </p:cNvPr>
          <p:cNvSpPr>
            <a:spLocks xmlns:a="http://schemas.openxmlformats.org/drawingml/2006/main" noGrp="1"/>
          </p:cNvSpPr>
          <p:nvPr/>
        </p:nvSpPr>
        <p:spPr>
          <a:xfrm xmlns:a="http://schemas.openxmlformats.org/drawingml/2006/main">
            <a:off x="12496800"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A brief cue appears at a useful F&amp;B moment.</a:t>
            </a:r>
          </a:p>
        </p:txBody>
      </p:sp>
      <p:sp>
        <p:nvSpPr>
          <p:cNvPr id="35" name="slide-10-arrow-5">
            <a:extLst xmlns:a="http://schemas.openxmlformats.org/drawingml/2006/main">
              <a:ext uri="{FF2B5EF4-FFF2-40B4-BE49-F238E27FC236}">
                <a16:creationId xmlns:a16="http://schemas.microsoft.com/office/drawing/2014/main" id="{9FF419F6-15FD-441A-989F-FC3D4021FADD}"/>
              </a:ext>
            </a:extLst>
          </p:cNvPr>
          <p:cNvSpPr>
            <a:spLocks xmlns:a="http://schemas.openxmlformats.org/drawingml/2006/main" noGrp="1"/>
          </p:cNvSpPr>
          <p:nvPr/>
        </p:nvSpPr>
        <p:spPr>
          <a:xfrm xmlns:a="http://schemas.openxmlformats.org/drawingml/2006/main">
            <a:off x="14859000" y="4048125"/>
            <a:ext cx="266700" cy="26670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6" name="slide-10-step-6">
            <a:extLst xmlns:a="http://schemas.openxmlformats.org/drawingml/2006/main">
              <a:ext uri="{FF2B5EF4-FFF2-40B4-BE49-F238E27FC236}">
                <a16:creationId xmlns:a16="http://schemas.microsoft.com/office/drawing/2014/main" id="{245081AC-521B-4392-ABAF-849EA95B38AD}"/>
              </a:ext>
            </a:extLst>
          </p:cNvPr>
          <p:cNvSpPr>
            <a:spLocks xmlns:a="http://schemas.openxmlformats.org/drawingml/2006/main" noGrp="1"/>
          </p:cNvSpPr>
          <p:nvPr/>
        </p:nvSpPr>
        <p:spPr>
          <a:xfrm xmlns:a="http://schemas.openxmlformats.org/drawingml/2006/main">
            <a:off x="15135225" y="2762250"/>
            <a:ext cx="2571750" cy="304800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19050">
            <a:solidFill>
              <a:srgbClr val="D7DDE7"/>
            </a:solidFill>
            <a:prstDash val="solid"/>
          </a:ln>
        </p:spPr>
      </p:sp>
      <p:sp>
        <p:nvSpPr>
          <p:cNvPr id="37" name="slide-10-number-6">
            <a:extLst xmlns:a="http://schemas.openxmlformats.org/drawingml/2006/main">
              <a:ext uri="{FF2B5EF4-FFF2-40B4-BE49-F238E27FC236}">
                <a16:creationId xmlns:a16="http://schemas.microsoft.com/office/drawing/2014/main" id="{CE031814-EC44-47E6-8162-60AF9B7B0D52}"/>
              </a:ext>
            </a:extLst>
          </p:cNvPr>
          <p:cNvSpPr>
            <a:spLocks xmlns:a="http://schemas.openxmlformats.org/drawingml/2006/main" noGrp="1"/>
          </p:cNvSpPr>
          <p:nvPr/>
        </p:nvSpPr>
        <p:spPr>
          <a:xfrm xmlns:a="http://schemas.openxmlformats.org/drawingml/2006/main">
            <a:off x="15363825" y="3000375"/>
            <a:ext cx="571500" cy="571500"/>
          </a:xfrm>
          <a:prstGeom xmlns:a="http://schemas.openxmlformats.org/drawingml/2006/main" prst="ellipse">
            <a:avLst/>
          </a:prstGeom>
          <a:solidFill xmlns:a="http://schemas.openxmlformats.org/drawingml/2006/main">
            <a:srgbClr val="2C6B55"/>
          </a:solidFill>
          <a:ln xmlns:a="http://schemas.openxmlformats.org/drawingml/2006/main" w="0">
            <a:solidFill>
              <a:srgbClr val="2C6B55"/>
            </a:solidFill>
            <a:prstDash val="solid"/>
          </a:ln>
        </p:spPr>
      </p:sp>
      <p:sp>
        <p:nvSpPr>
          <p:cNvPr id="38" name="slide-10-number-text-6">
            <a:extLst xmlns:a="http://schemas.openxmlformats.org/drawingml/2006/main">
              <a:ext uri="{FF2B5EF4-FFF2-40B4-BE49-F238E27FC236}">
                <a16:creationId xmlns:a16="http://schemas.microsoft.com/office/drawing/2014/main" id="{17B79454-D185-4687-B5E4-5E03C1D8834B}"/>
              </a:ext>
            </a:extLst>
          </p:cNvPr>
          <p:cNvSpPr>
            <a:spLocks xmlns:a="http://schemas.openxmlformats.org/drawingml/2006/main" noGrp="1"/>
          </p:cNvSpPr>
          <p:nvPr/>
        </p:nvSpPr>
        <p:spPr>
          <a:xfrm xmlns:a="http://schemas.openxmlformats.org/drawingml/2006/main">
            <a:off x="15363825" y="3000375"/>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ctr">
              <a:defRPr sz="2175" b="1">
                <a:solidFill>
                  <a:srgbClr val="FFFFFF"/>
                </a:solidFill>
                <a:latin typeface="Helvetica Neue"/>
                <a:ea typeface="Helvetica Neue"/>
                <a:cs typeface="Helvetica Neue"/>
              </a:defRPr>
            </a:defPPr>
            <a:lvl1pPr algn="ctr">
              <a:buNone/>
              <a:defRPr sz="2175" b="1">
                <a:solidFill>
                  <a:srgbClr val="FFFFFF"/>
                </a:solidFill>
                <a:latin typeface="Helvetica Neue"/>
                <a:ea typeface="Helvetica Neue"/>
                <a:cs typeface="Helvetica Neue"/>
              </a:defRPr>
            </a:lvl1pPr>
            <a:lvl2pPr algn="ctr">
              <a:buNone/>
              <a:defRPr sz="2175" b="1">
                <a:solidFill>
                  <a:srgbClr val="FFFFFF"/>
                </a:solidFill>
                <a:latin typeface="Helvetica Neue"/>
                <a:ea typeface="Helvetica Neue"/>
                <a:cs typeface="Helvetica Neue"/>
              </a:defRPr>
            </a:lvl2pPr>
            <a:lvl3pPr algn="ctr">
              <a:buNone/>
              <a:defRPr sz="2175" b="1">
                <a:solidFill>
                  <a:srgbClr val="FFFFFF"/>
                </a:solidFill>
                <a:latin typeface="Helvetica Neue"/>
                <a:ea typeface="Helvetica Neue"/>
                <a:cs typeface="Helvetica Neue"/>
              </a:defRPr>
            </a:lvl3pPr>
            <a:lvl4pPr algn="ctr">
              <a:buNone/>
              <a:defRPr sz="2175" b="1">
                <a:solidFill>
                  <a:srgbClr val="FFFFFF"/>
                </a:solidFill>
                <a:latin typeface="Helvetica Neue"/>
                <a:ea typeface="Helvetica Neue"/>
                <a:cs typeface="Helvetica Neue"/>
              </a:defRPr>
            </a:lvl4pPr>
            <a:lvl5pPr algn="ctr">
              <a:buNone/>
              <a:defRPr sz="2175" b="1">
                <a:solidFill>
                  <a:srgbClr val="FFFFFF"/>
                </a:solidFill>
                <a:latin typeface="Helvetica Neue"/>
                <a:ea typeface="Helvetica Neue"/>
                <a:cs typeface="Helvetica Neue"/>
              </a:defRPr>
            </a:lvl5pPr>
            <a:lvl6pPr algn="ctr">
              <a:buNone/>
              <a:defRPr sz="2175" b="1">
                <a:solidFill>
                  <a:srgbClr val="FFFFFF"/>
                </a:solidFill>
                <a:latin typeface="Helvetica Neue"/>
                <a:ea typeface="Helvetica Neue"/>
                <a:cs typeface="Helvetica Neue"/>
              </a:defRPr>
            </a:lvl6pPr>
            <a:lvl7pPr algn="ctr">
              <a:buNone/>
              <a:defRPr sz="2175" b="1">
                <a:solidFill>
                  <a:srgbClr val="FFFFFF"/>
                </a:solidFill>
                <a:latin typeface="Helvetica Neue"/>
                <a:ea typeface="Helvetica Neue"/>
                <a:cs typeface="Helvetica Neue"/>
              </a:defRPr>
            </a:lvl7pPr>
            <a:lvl8pPr algn="ctr">
              <a:buNone/>
              <a:defRPr sz="2175" b="1">
                <a:solidFill>
                  <a:srgbClr val="FFFFFF"/>
                </a:solidFill>
                <a:latin typeface="Helvetica Neue"/>
                <a:ea typeface="Helvetica Neue"/>
                <a:cs typeface="Helvetica Neue"/>
              </a:defRPr>
            </a:lvl8pPr>
            <a:lvl9pPr algn="ctr">
              <a:buNone/>
              <a:defRPr sz="2175" b="1">
                <a:solidFill>
                  <a:srgbClr val="FFFFFF"/>
                </a:solidFill>
                <a:latin typeface="Helvetica Neue"/>
                <a:ea typeface="Helvetica Neue"/>
                <a:cs typeface="Helvetica Neue"/>
              </a:defRPr>
            </a:lvl9pPr>
          </a:lstStyle>
          <a:p xmlns:a="http://schemas.openxmlformats.org/drawingml/2006/main">
            <a:pPr algn="ct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6</a:t>
            </a:r>
          </a:p>
        </p:txBody>
      </p:sp>
      <p:sp>
        <p:nvSpPr>
          <p:cNvPr id="39" name="slide-10-heading-6">
            <a:extLst xmlns:a="http://schemas.openxmlformats.org/drawingml/2006/main">
              <a:ext uri="{FF2B5EF4-FFF2-40B4-BE49-F238E27FC236}">
                <a16:creationId xmlns:a16="http://schemas.microsoft.com/office/drawing/2014/main" id="{73CA7D38-AE22-4557-857E-723B9A5984C4}"/>
              </a:ext>
            </a:extLst>
          </p:cNvPr>
          <p:cNvSpPr>
            <a:spLocks xmlns:a="http://schemas.openxmlformats.org/drawingml/2006/main" noGrp="1"/>
          </p:cNvSpPr>
          <p:nvPr/>
        </p:nvSpPr>
        <p:spPr>
          <a:xfrm xmlns:a="http://schemas.openxmlformats.org/drawingml/2006/main">
            <a:off x="15363825" y="3762375"/>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575" b="1">
                <a:solidFill>
                  <a:srgbClr val="2C6B55"/>
                </a:solidFill>
                <a:latin typeface="Helvetica Neue"/>
                <a:ea typeface="Helvetica Neue"/>
                <a:cs typeface="Helvetica Neue"/>
              </a:defRPr>
            </a:defPPr>
            <a:lvl1pPr algn="l">
              <a:buNone/>
              <a:defRPr sz="1575" b="1">
                <a:solidFill>
                  <a:srgbClr val="2C6B55"/>
                </a:solidFill>
                <a:latin typeface="Helvetica Neue"/>
                <a:ea typeface="Helvetica Neue"/>
                <a:cs typeface="Helvetica Neue"/>
              </a:defRPr>
            </a:lvl1pPr>
            <a:lvl2pPr algn="l">
              <a:buNone/>
              <a:defRPr sz="1575" b="1">
                <a:solidFill>
                  <a:srgbClr val="2C6B55"/>
                </a:solidFill>
                <a:latin typeface="Helvetica Neue"/>
                <a:ea typeface="Helvetica Neue"/>
                <a:cs typeface="Helvetica Neue"/>
              </a:defRPr>
            </a:lvl2pPr>
            <a:lvl3pPr algn="l">
              <a:buNone/>
              <a:defRPr sz="1575" b="1">
                <a:solidFill>
                  <a:srgbClr val="2C6B55"/>
                </a:solidFill>
                <a:latin typeface="Helvetica Neue"/>
                <a:ea typeface="Helvetica Neue"/>
                <a:cs typeface="Helvetica Neue"/>
              </a:defRPr>
            </a:lvl3pPr>
            <a:lvl4pPr algn="l">
              <a:buNone/>
              <a:defRPr sz="1575" b="1">
                <a:solidFill>
                  <a:srgbClr val="2C6B55"/>
                </a:solidFill>
                <a:latin typeface="Helvetica Neue"/>
                <a:ea typeface="Helvetica Neue"/>
                <a:cs typeface="Helvetica Neue"/>
              </a:defRPr>
            </a:lvl4pPr>
            <a:lvl5pPr algn="l">
              <a:buNone/>
              <a:defRPr sz="1575" b="1">
                <a:solidFill>
                  <a:srgbClr val="2C6B55"/>
                </a:solidFill>
                <a:latin typeface="Helvetica Neue"/>
                <a:ea typeface="Helvetica Neue"/>
                <a:cs typeface="Helvetica Neue"/>
              </a:defRPr>
            </a:lvl5pPr>
            <a:lvl6pPr algn="l">
              <a:buNone/>
              <a:defRPr sz="1575" b="1">
                <a:solidFill>
                  <a:srgbClr val="2C6B55"/>
                </a:solidFill>
                <a:latin typeface="Helvetica Neue"/>
                <a:ea typeface="Helvetica Neue"/>
                <a:cs typeface="Helvetica Neue"/>
              </a:defRPr>
            </a:lvl6pPr>
            <a:lvl7pPr algn="l">
              <a:buNone/>
              <a:defRPr sz="1575" b="1">
                <a:solidFill>
                  <a:srgbClr val="2C6B55"/>
                </a:solidFill>
                <a:latin typeface="Helvetica Neue"/>
                <a:ea typeface="Helvetica Neue"/>
                <a:cs typeface="Helvetica Neue"/>
              </a:defRPr>
            </a:lvl7pPr>
            <a:lvl8pPr algn="l">
              <a:buNone/>
              <a:defRPr sz="1575" b="1">
                <a:solidFill>
                  <a:srgbClr val="2C6B55"/>
                </a:solidFill>
                <a:latin typeface="Helvetica Neue"/>
                <a:ea typeface="Helvetica Neue"/>
                <a:cs typeface="Helvetica Neue"/>
              </a:defRPr>
            </a:lvl8pPr>
            <a:lvl9pPr algn="l">
              <a:buNone/>
              <a:defRPr sz="1575" b="1">
                <a:solidFill>
                  <a:srgbClr val="2C6B55"/>
                </a:solidFill>
                <a:latin typeface="Helvetica Neue"/>
                <a:ea typeface="Helvetica Neue"/>
                <a:cs typeface="Helvetica Neue"/>
              </a:defRPr>
            </a:lvl9pPr>
          </a:lstStyle>
          <a:p xmlns:a="http://schemas.openxmlformats.org/drawingml/2006/main">
            <a:pPr algn="l">
              <a:lnSpc>
                <a:spcPct val="100000"/>
              </a:lnSpc>
              <a:buNone/>
              <a:defRPr sz="1575" b="1">
                <a:solidFill>
                  <a:srgbClr val="2C6B55"/>
                </a:solidFill>
                <a:latin typeface="Helvetica Neue"/>
                <a:ea typeface="Helvetica Neue"/>
                <a:cs typeface="Helvetica Neue"/>
              </a:defRPr>
            </a:pPr>
            <a:r>
              <a:rPr sz="1575" b="1">
                <a:solidFill>
                  <a:srgbClr val="2C6B55"/>
                </a:solidFill>
                <a:latin typeface="Helvetica Neue"/>
                <a:ea typeface="Helvetica Neue"/>
                <a:cs typeface="Helvetica Neue"/>
              </a:rPr>
              <a:t>CONFIRM + ACT</a:t>
            </a:r>
          </a:p>
        </p:txBody>
      </p:sp>
      <p:sp>
        <p:nvSpPr>
          <p:cNvPr id="40" name="slide-10-body-6">
            <a:extLst xmlns:a="http://schemas.openxmlformats.org/drawingml/2006/main">
              <a:ext uri="{FF2B5EF4-FFF2-40B4-BE49-F238E27FC236}">
                <a16:creationId xmlns:a16="http://schemas.microsoft.com/office/drawing/2014/main" id="{8F75505A-0E0A-41D3-8D68-73B2DECB9A15}"/>
              </a:ext>
            </a:extLst>
          </p:cNvPr>
          <p:cNvSpPr>
            <a:spLocks xmlns:a="http://schemas.openxmlformats.org/drawingml/2006/main" noGrp="1"/>
          </p:cNvSpPr>
          <p:nvPr/>
        </p:nvSpPr>
        <p:spPr>
          <a:xfrm xmlns:a="http://schemas.openxmlformats.org/drawingml/2006/main">
            <a:off x="15363825" y="4410075"/>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725" b="0">
                <a:solidFill>
                  <a:srgbClr val="26344A"/>
                </a:solidFill>
                <a:latin typeface="Helvetica Neue"/>
                <a:ea typeface="Helvetica Neue"/>
                <a:cs typeface="Helvetica Neue"/>
              </a:defRPr>
            </a:defPPr>
            <a:lvl1pPr algn="l">
              <a:buNone/>
              <a:defRPr sz="1725" b="0">
                <a:solidFill>
                  <a:srgbClr val="26344A"/>
                </a:solidFill>
                <a:latin typeface="Helvetica Neue"/>
                <a:ea typeface="Helvetica Neue"/>
                <a:cs typeface="Helvetica Neue"/>
              </a:defRPr>
            </a:lvl1pPr>
            <a:lvl2pPr algn="l">
              <a:buNone/>
              <a:defRPr sz="1725" b="0">
                <a:solidFill>
                  <a:srgbClr val="26344A"/>
                </a:solidFill>
                <a:latin typeface="Helvetica Neue"/>
                <a:ea typeface="Helvetica Neue"/>
                <a:cs typeface="Helvetica Neue"/>
              </a:defRPr>
            </a:lvl2pPr>
            <a:lvl3pPr algn="l">
              <a:buNone/>
              <a:defRPr sz="1725" b="0">
                <a:solidFill>
                  <a:srgbClr val="26344A"/>
                </a:solidFill>
                <a:latin typeface="Helvetica Neue"/>
                <a:ea typeface="Helvetica Neue"/>
                <a:cs typeface="Helvetica Neue"/>
              </a:defRPr>
            </a:lvl3pPr>
            <a:lvl4pPr algn="l">
              <a:buNone/>
              <a:defRPr sz="1725" b="0">
                <a:solidFill>
                  <a:srgbClr val="26344A"/>
                </a:solidFill>
                <a:latin typeface="Helvetica Neue"/>
                <a:ea typeface="Helvetica Neue"/>
                <a:cs typeface="Helvetica Neue"/>
              </a:defRPr>
            </a:lvl4pPr>
            <a:lvl5pPr algn="l">
              <a:buNone/>
              <a:defRPr sz="1725" b="0">
                <a:solidFill>
                  <a:srgbClr val="26344A"/>
                </a:solidFill>
                <a:latin typeface="Helvetica Neue"/>
                <a:ea typeface="Helvetica Neue"/>
                <a:cs typeface="Helvetica Neue"/>
              </a:defRPr>
            </a:lvl5pPr>
            <a:lvl6pPr algn="l">
              <a:buNone/>
              <a:defRPr sz="1725" b="0">
                <a:solidFill>
                  <a:srgbClr val="26344A"/>
                </a:solidFill>
                <a:latin typeface="Helvetica Neue"/>
                <a:ea typeface="Helvetica Neue"/>
                <a:cs typeface="Helvetica Neue"/>
              </a:defRPr>
            </a:lvl6pPr>
            <a:lvl7pPr algn="l">
              <a:buNone/>
              <a:defRPr sz="1725" b="0">
                <a:solidFill>
                  <a:srgbClr val="26344A"/>
                </a:solidFill>
                <a:latin typeface="Helvetica Neue"/>
                <a:ea typeface="Helvetica Neue"/>
                <a:cs typeface="Helvetica Neue"/>
              </a:defRPr>
            </a:lvl7pPr>
            <a:lvl8pPr algn="l">
              <a:buNone/>
              <a:defRPr sz="1725" b="0">
                <a:solidFill>
                  <a:srgbClr val="26344A"/>
                </a:solidFill>
                <a:latin typeface="Helvetica Neue"/>
                <a:ea typeface="Helvetica Neue"/>
                <a:cs typeface="Helvetica Neue"/>
              </a:defRPr>
            </a:lvl8pPr>
            <a:lvl9pPr algn="l">
              <a:buNone/>
              <a:defRPr sz="1725" b="0">
                <a:solidFill>
                  <a:srgbClr val="26344A"/>
                </a:solidFill>
                <a:latin typeface="Helvetica Neue"/>
                <a:ea typeface="Helvetica Neue"/>
                <a:cs typeface="Helvetica Neue"/>
              </a:defRPr>
            </a:lvl9pPr>
          </a:lstStyle>
          <a:p xmlns:a="http://schemas.openxmlformats.org/drawingml/2006/main">
            <a:pPr algn="l">
              <a:lnSpc>
                <a:spcPct val="100000"/>
              </a:lnSpc>
              <a:buNone/>
              <a:defRPr sz="1725" b="0">
                <a:solidFill>
                  <a:srgbClr val="26344A"/>
                </a:solidFill>
                <a:latin typeface="Helvetica Neue"/>
                <a:ea typeface="Helvetica Neue"/>
                <a:cs typeface="Helvetica Neue"/>
              </a:defRPr>
            </a:pPr>
            <a:r>
              <a:rPr sz="1725" b="0">
                <a:solidFill>
                  <a:srgbClr val="26344A"/>
                </a:solidFill>
                <a:latin typeface="Helvetica Neue"/>
                <a:ea typeface="Helvetica Neue"/>
                <a:cs typeface="Helvetica Neue"/>
              </a:rPr>
              <a:t>Check it still applies; correct or clear the note.</a:t>
            </a:r>
          </a:p>
        </p:txBody>
      </p:sp>
      <p:sp>
        <p:nvSpPr>
          <p:cNvPr id="41" name="slide-10-evidence-heading">
            <a:extLst xmlns:a="http://schemas.openxmlformats.org/drawingml/2006/main">
              <a:ext uri="{FF2B5EF4-FFF2-40B4-BE49-F238E27FC236}">
                <a16:creationId xmlns:a16="http://schemas.microsoft.com/office/drawing/2014/main" id="{4DAB8538-E4C2-47E5-A38E-73732950A9CC}"/>
              </a:ext>
            </a:extLst>
          </p:cNvPr>
          <p:cNvSpPr>
            <a:spLocks xmlns:a="http://schemas.openxmlformats.org/drawingml/2006/main" noGrp="1"/>
          </p:cNvSpPr>
          <p:nvPr/>
        </p:nvSpPr>
        <p:spPr>
          <a:xfrm xmlns:a="http://schemas.openxmlformats.org/drawingml/2006/main">
            <a:off x="952500" y="6362700"/>
            <a:ext cx="857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2100" b="1">
                <a:solidFill>
                  <a:srgbClr val="2453A6"/>
                </a:solidFill>
                <a:latin typeface="Helvetica Neue"/>
                <a:ea typeface="Helvetica Neue"/>
                <a:cs typeface="Helvetica Neue"/>
              </a:defRPr>
            </a:defPPr>
            <a:lvl1pPr algn="l">
              <a:buNone/>
              <a:defRPr sz="2100" b="1">
                <a:solidFill>
                  <a:srgbClr val="2453A6"/>
                </a:solidFill>
                <a:latin typeface="Helvetica Neue"/>
                <a:ea typeface="Helvetica Neue"/>
                <a:cs typeface="Helvetica Neue"/>
              </a:defRPr>
            </a:lvl1pPr>
            <a:lvl2pPr algn="l">
              <a:buNone/>
              <a:defRPr sz="2100" b="1">
                <a:solidFill>
                  <a:srgbClr val="2453A6"/>
                </a:solidFill>
                <a:latin typeface="Helvetica Neue"/>
                <a:ea typeface="Helvetica Neue"/>
                <a:cs typeface="Helvetica Neue"/>
              </a:defRPr>
            </a:lvl2pPr>
            <a:lvl3pPr algn="l">
              <a:buNone/>
              <a:defRPr sz="2100" b="1">
                <a:solidFill>
                  <a:srgbClr val="2453A6"/>
                </a:solidFill>
                <a:latin typeface="Helvetica Neue"/>
                <a:ea typeface="Helvetica Neue"/>
                <a:cs typeface="Helvetica Neue"/>
              </a:defRPr>
            </a:lvl3pPr>
            <a:lvl4pPr algn="l">
              <a:buNone/>
              <a:defRPr sz="2100" b="1">
                <a:solidFill>
                  <a:srgbClr val="2453A6"/>
                </a:solidFill>
                <a:latin typeface="Helvetica Neue"/>
                <a:ea typeface="Helvetica Neue"/>
                <a:cs typeface="Helvetica Neue"/>
              </a:defRPr>
            </a:lvl4pPr>
            <a:lvl5pPr algn="l">
              <a:buNone/>
              <a:defRPr sz="2100" b="1">
                <a:solidFill>
                  <a:srgbClr val="2453A6"/>
                </a:solidFill>
                <a:latin typeface="Helvetica Neue"/>
                <a:ea typeface="Helvetica Neue"/>
                <a:cs typeface="Helvetica Neue"/>
              </a:defRPr>
            </a:lvl5pPr>
            <a:lvl6pPr algn="l">
              <a:buNone/>
              <a:defRPr sz="2100" b="1">
                <a:solidFill>
                  <a:srgbClr val="2453A6"/>
                </a:solidFill>
                <a:latin typeface="Helvetica Neue"/>
                <a:ea typeface="Helvetica Neue"/>
                <a:cs typeface="Helvetica Neue"/>
              </a:defRPr>
            </a:lvl6pPr>
            <a:lvl7pPr algn="l">
              <a:buNone/>
              <a:defRPr sz="2100" b="1">
                <a:solidFill>
                  <a:srgbClr val="2453A6"/>
                </a:solidFill>
                <a:latin typeface="Helvetica Neue"/>
                <a:ea typeface="Helvetica Neue"/>
                <a:cs typeface="Helvetica Neue"/>
              </a:defRPr>
            </a:lvl7pPr>
            <a:lvl8pPr algn="l">
              <a:buNone/>
              <a:defRPr sz="2100" b="1">
                <a:solidFill>
                  <a:srgbClr val="2453A6"/>
                </a:solidFill>
                <a:latin typeface="Helvetica Neue"/>
                <a:ea typeface="Helvetica Neue"/>
                <a:cs typeface="Helvetica Neue"/>
              </a:defRPr>
            </a:lvl8pPr>
            <a:lvl9pPr algn="l">
              <a:buNone/>
              <a:defRPr sz="2100" b="1">
                <a:solidFill>
                  <a:srgbClr val="2453A6"/>
                </a:solidFill>
                <a:latin typeface="Helvetica Neue"/>
                <a:ea typeface="Helvetica Neue"/>
                <a:cs typeface="Helvetica Neue"/>
              </a:defRPr>
            </a:lvl9pPr>
          </a:lstStyle>
          <a:p xmlns:a="http://schemas.openxmlformats.org/drawingml/2006/main">
            <a:pPr algn="l">
              <a:lnSpc>
                <a:spcPct val="100000"/>
              </a:lnSpc>
              <a:buNone/>
              <a:defRPr sz="2100" b="1">
                <a:solidFill>
                  <a:srgbClr val="2453A6"/>
                </a:solidFill>
                <a:latin typeface="Helvetica Neue"/>
                <a:ea typeface="Helvetica Neue"/>
                <a:cs typeface="Helvetica Neue"/>
              </a:defRPr>
            </a:pPr>
            <a:r>
              <a:rPr sz="2100" b="1">
                <a:solidFill>
                  <a:srgbClr val="2453A6"/>
                </a:solidFill>
                <a:latin typeface="Helvetica Neue"/>
                <a:ea typeface="Helvetica Neue"/>
                <a:cs typeface="Helvetica Neue"/>
              </a:rPr>
              <a:t>WHAT THE CURRENT PROTOTYPES SHOW</a:t>
            </a:r>
          </a:p>
        </p:txBody>
      </p:sp>
      <p:sp>
        <p:nvSpPr>
          <p:cNvPr id="42" name="slide-10-main-poc-frame">
            <a:extLst xmlns:a="http://schemas.openxmlformats.org/drawingml/2006/main">
              <a:ext uri="{FF2B5EF4-FFF2-40B4-BE49-F238E27FC236}">
                <a16:creationId xmlns:a16="http://schemas.microsoft.com/office/drawing/2014/main" id="{ACFC4B05-6249-4CB5-8EAD-2853C8A8BB98}"/>
              </a:ext>
            </a:extLst>
          </p:cNvPr>
          <p:cNvSpPr>
            <a:spLocks xmlns:a="http://schemas.openxmlformats.org/drawingml/2006/main" noGrp="1"/>
          </p:cNvSpPr>
          <p:nvPr/>
        </p:nvSpPr>
        <p:spPr>
          <a:xfrm xmlns:a="http://schemas.openxmlformats.org/drawingml/2006/main">
            <a:off x="952500" y="6905625"/>
            <a:ext cx="50958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43" name="slide-10-main-poc-accent">
            <a:extLst xmlns:a="http://schemas.openxmlformats.org/drawingml/2006/main">
              <a:ext uri="{FF2B5EF4-FFF2-40B4-BE49-F238E27FC236}">
                <a16:creationId xmlns:a16="http://schemas.microsoft.com/office/drawing/2014/main" id="{3E429E1D-0363-48FB-B802-12E5835330A6}"/>
              </a:ext>
            </a:extLst>
          </p:cNvPr>
          <p:cNvSpPr>
            <a:spLocks xmlns:a="http://schemas.openxmlformats.org/drawingml/2006/main" noGrp="1"/>
          </p:cNvSpPr>
          <p:nvPr/>
        </p:nvSpPr>
        <p:spPr>
          <a:xfrm xmlns:a="http://schemas.openxmlformats.org/drawingml/2006/main">
            <a:off x="952500" y="6905625"/>
            <a:ext cx="95250" cy="2000250"/>
          </a:xfrm>
          <a:prstGeom xmlns:a="http://schemas.openxmlformats.org/drawingml/2006/main" prst="rect">
            <a:avLst/>
          </a:prstGeom>
          <a:solidFill xmlns:a="http://schemas.openxmlformats.org/drawingml/2006/main">
            <a:srgbClr val="2453A6"/>
          </a:solidFill>
          <a:ln xmlns:a="http://schemas.openxmlformats.org/drawingml/2006/main" w="0">
            <a:solidFill>
              <a:srgbClr val="2453A6"/>
            </a:solidFill>
            <a:prstDash val="solid"/>
          </a:ln>
        </p:spPr>
      </p:sp>
      <p:sp>
        <p:nvSpPr>
          <p:cNvPr id="44" name="slide-10-main-poc-title">
            <a:extLst xmlns:a="http://schemas.openxmlformats.org/drawingml/2006/main">
              <a:ext uri="{FF2B5EF4-FFF2-40B4-BE49-F238E27FC236}">
                <a16:creationId xmlns:a16="http://schemas.microsoft.com/office/drawing/2014/main" id="{6B7D78EC-326C-4255-BFED-B5672C034590}"/>
              </a:ext>
            </a:extLst>
          </p:cNvPr>
          <p:cNvSpPr>
            <a:spLocks xmlns:a="http://schemas.openxmlformats.org/drawingml/2006/main" noGrp="1"/>
          </p:cNvSpPr>
          <p:nvPr/>
        </p:nvSpPr>
        <p:spPr>
          <a:xfrm xmlns:a="http://schemas.openxmlformats.org/drawingml/2006/main">
            <a:off x="1219200" y="7086600"/>
            <a:ext cx="4600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MAIN HOTEL POC</a:t>
            </a:r>
          </a:p>
        </p:txBody>
      </p:sp>
      <p:sp>
        <p:nvSpPr>
          <p:cNvPr id="45" name="slide-10-main-poc-body">
            <a:extLst xmlns:a="http://schemas.openxmlformats.org/drawingml/2006/main">
              <a:ext uri="{FF2B5EF4-FFF2-40B4-BE49-F238E27FC236}">
                <a16:creationId xmlns:a16="http://schemas.microsoft.com/office/drawing/2014/main" id="{CB8D6D44-E662-43D8-BB74-FB82472067FE}"/>
              </a:ext>
            </a:extLst>
          </p:cNvPr>
          <p:cNvSpPr>
            <a:spLocks xmlns:a="http://schemas.openxmlformats.org/drawingml/2006/main" noGrp="1"/>
          </p:cNvSpPr>
          <p:nvPr/>
        </p:nvSpPr>
        <p:spPr>
          <a:xfrm xmlns:a="http://schemas.openxmlformats.org/drawingml/2006/main">
            <a:off x="1219200" y="7572375"/>
            <a:ext cx="46005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Simulated lounge taps/cohort, synthetic profiles, matching and cue presentation.</a:t>
            </a:r>
          </a:p>
        </p:txBody>
      </p:sp>
      <p:sp>
        <p:nvSpPr>
          <p:cNvPr id="46" name="slide-10-rokid-frame">
            <a:extLst xmlns:a="http://schemas.openxmlformats.org/drawingml/2006/main">
              <a:ext uri="{FF2B5EF4-FFF2-40B4-BE49-F238E27FC236}">
                <a16:creationId xmlns:a16="http://schemas.microsoft.com/office/drawing/2014/main" id="{CC559E83-A5C9-4CE5-86BC-07BE73F056DC}"/>
              </a:ext>
            </a:extLst>
          </p:cNvPr>
          <p:cNvSpPr>
            <a:spLocks xmlns:a="http://schemas.openxmlformats.org/drawingml/2006/main" noGrp="1"/>
          </p:cNvSpPr>
          <p:nvPr/>
        </p:nvSpPr>
        <p:spPr>
          <a:xfrm xmlns:a="http://schemas.openxmlformats.org/drawingml/2006/main">
            <a:off x="6591300" y="6905625"/>
            <a:ext cx="50958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47" name="slide-10-rokid-accent">
            <a:extLst xmlns:a="http://schemas.openxmlformats.org/drawingml/2006/main">
              <a:ext uri="{FF2B5EF4-FFF2-40B4-BE49-F238E27FC236}">
                <a16:creationId xmlns:a16="http://schemas.microsoft.com/office/drawing/2014/main" id="{3BD2DAEE-9DF1-4271-AF74-62695AFC2DF0}"/>
              </a:ext>
            </a:extLst>
          </p:cNvPr>
          <p:cNvSpPr>
            <a:spLocks xmlns:a="http://schemas.openxmlformats.org/drawingml/2006/main" noGrp="1"/>
          </p:cNvSpPr>
          <p:nvPr/>
        </p:nvSpPr>
        <p:spPr>
          <a:xfrm xmlns:a="http://schemas.openxmlformats.org/drawingml/2006/main">
            <a:off x="6591300" y="6905625"/>
            <a:ext cx="95250" cy="2000250"/>
          </a:xfrm>
          <a:prstGeom xmlns:a="http://schemas.openxmlformats.org/drawingml/2006/main" prst="rect">
            <a:avLst/>
          </a:prstGeom>
          <a:solidFill xmlns:a="http://schemas.openxmlformats.org/drawingml/2006/main">
            <a:srgbClr val="5D6878"/>
          </a:solidFill>
          <a:ln xmlns:a="http://schemas.openxmlformats.org/drawingml/2006/main" w="0">
            <a:solidFill>
              <a:srgbClr val="5D6878"/>
            </a:solidFill>
            <a:prstDash val="solid"/>
          </a:ln>
        </p:spPr>
      </p:sp>
      <p:sp>
        <p:nvSpPr>
          <p:cNvPr id="48" name="slide-10-rokid-title">
            <a:extLst xmlns:a="http://schemas.openxmlformats.org/drawingml/2006/main">
              <a:ext uri="{FF2B5EF4-FFF2-40B4-BE49-F238E27FC236}">
                <a16:creationId xmlns:a16="http://schemas.microsoft.com/office/drawing/2014/main" id="{8BD86445-E198-4151-B170-AA1D9E58FCEE}"/>
              </a:ext>
            </a:extLst>
          </p:cNvPr>
          <p:cNvSpPr>
            <a:spLocks xmlns:a="http://schemas.openxmlformats.org/drawingml/2006/main" noGrp="1"/>
          </p:cNvSpPr>
          <p:nvPr/>
        </p:nvSpPr>
        <p:spPr>
          <a:xfrm xmlns:a="http://schemas.openxmlformats.org/drawingml/2006/main">
            <a:off x="6858000" y="7086600"/>
            <a:ext cx="4600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650" b="1">
                <a:solidFill>
                  <a:srgbClr val="193F84"/>
                </a:solidFill>
                <a:latin typeface="Helvetica Neue"/>
                <a:ea typeface="Helvetica Neue"/>
                <a:cs typeface="Helvetica Neue"/>
              </a:defRPr>
            </a:defPPr>
            <a:lvl1pPr algn="l">
              <a:buNone/>
              <a:defRPr sz="1650" b="1">
                <a:solidFill>
                  <a:srgbClr val="193F84"/>
                </a:solidFill>
                <a:latin typeface="Helvetica Neue"/>
                <a:ea typeface="Helvetica Neue"/>
                <a:cs typeface="Helvetica Neue"/>
              </a:defRPr>
            </a:lvl1pPr>
            <a:lvl2pPr algn="l">
              <a:buNone/>
              <a:defRPr sz="1650" b="1">
                <a:solidFill>
                  <a:srgbClr val="193F84"/>
                </a:solidFill>
                <a:latin typeface="Helvetica Neue"/>
                <a:ea typeface="Helvetica Neue"/>
                <a:cs typeface="Helvetica Neue"/>
              </a:defRPr>
            </a:lvl2pPr>
            <a:lvl3pPr algn="l">
              <a:buNone/>
              <a:defRPr sz="1650" b="1">
                <a:solidFill>
                  <a:srgbClr val="193F84"/>
                </a:solidFill>
                <a:latin typeface="Helvetica Neue"/>
                <a:ea typeface="Helvetica Neue"/>
                <a:cs typeface="Helvetica Neue"/>
              </a:defRPr>
            </a:lvl3pPr>
            <a:lvl4pPr algn="l">
              <a:buNone/>
              <a:defRPr sz="1650" b="1">
                <a:solidFill>
                  <a:srgbClr val="193F84"/>
                </a:solidFill>
                <a:latin typeface="Helvetica Neue"/>
                <a:ea typeface="Helvetica Neue"/>
                <a:cs typeface="Helvetica Neue"/>
              </a:defRPr>
            </a:lvl4pPr>
            <a:lvl5pPr algn="l">
              <a:buNone/>
              <a:defRPr sz="1650" b="1">
                <a:solidFill>
                  <a:srgbClr val="193F84"/>
                </a:solidFill>
                <a:latin typeface="Helvetica Neue"/>
                <a:ea typeface="Helvetica Neue"/>
                <a:cs typeface="Helvetica Neue"/>
              </a:defRPr>
            </a:lvl5pPr>
            <a:lvl6pPr algn="l">
              <a:buNone/>
              <a:defRPr sz="1650" b="1">
                <a:solidFill>
                  <a:srgbClr val="193F84"/>
                </a:solidFill>
                <a:latin typeface="Helvetica Neue"/>
                <a:ea typeface="Helvetica Neue"/>
                <a:cs typeface="Helvetica Neue"/>
              </a:defRPr>
            </a:lvl6pPr>
            <a:lvl7pPr algn="l">
              <a:buNone/>
              <a:defRPr sz="1650" b="1">
                <a:solidFill>
                  <a:srgbClr val="193F84"/>
                </a:solidFill>
                <a:latin typeface="Helvetica Neue"/>
                <a:ea typeface="Helvetica Neue"/>
                <a:cs typeface="Helvetica Neue"/>
              </a:defRPr>
            </a:lvl7pPr>
            <a:lvl8pPr algn="l">
              <a:buNone/>
              <a:defRPr sz="1650" b="1">
                <a:solidFill>
                  <a:srgbClr val="193F84"/>
                </a:solidFill>
                <a:latin typeface="Helvetica Neue"/>
                <a:ea typeface="Helvetica Neue"/>
                <a:cs typeface="Helvetica Neue"/>
              </a:defRPr>
            </a:lvl8pPr>
            <a:lvl9pPr algn="l">
              <a:buNone/>
              <a:defRPr sz="1650" b="1">
                <a:solidFill>
                  <a:srgbClr val="193F84"/>
                </a:solidFill>
                <a:latin typeface="Helvetica Neue"/>
                <a:ea typeface="Helvetica Neue"/>
                <a:cs typeface="Helvetica Neue"/>
              </a:defRPr>
            </a:lvl9pPr>
          </a:lstStyle>
          <a:p xmlns:a="http://schemas.openxmlformats.org/drawingml/2006/main">
            <a:pPr algn="l">
              <a:lnSpc>
                <a:spcPct val="100000"/>
              </a:lnSpc>
              <a:buNone/>
              <a:defRPr sz="1650" b="1">
                <a:solidFill>
                  <a:srgbClr val="193F84"/>
                </a:solidFill>
                <a:latin typeface="Helvetica Neue"/>
                <a:ea typeface="Helvetica Neue"/>
                <a:cs typeface="Helvetica Neue"/>
              </a:defRPr>
            </a:pPr>
            <a:r>
              <a:rPr sz="1650" b="1">
                <a:solidFill>
                  <a:srgbClr val="193F84"/>
                </a:solidFill>
                <a:latin typeface="Helvetica Neue"/>
                <a:ea typeface="Helvetica Neue"/>
                <a:cs typeface="Helvetica Neue"/>
              </a:rPr>
              <a:t>STANDALONE ROKID DEMO</a:t>
            </a:r>
          </a:p>
        </p:txBody>
      </p:sp>
      <p:sp>
        <p:nvSpPr>
          <p:cNvPr id="49" name="slide-10-rokid-body">
            <a:extLst xmlns:a="http://schemas.openxmlformats.org/drawingml/2006/main">
              <a:ext uri="{FF2B5EF4-FFF2-40B4-BE49-F238E27FC236}">
                <a16:creationId xmlns:a16="http://schemas.microsoft.com/office/drawing/2014/main" id="{E472A696-DA82-4EE8-95BD-46FE7EF39584}"/>
              </a:ext>
            </a:extLst>
          </p:cNvPr>
          <p:cNvSpPr>
            <a:spLocks xmlns:a="http://schemas.openxmlformats.org/drawingml/2006/main" noGrp="1"/>
          </p:cNvSpPr>
          <p:nvPr/>
        </p:nvSpPr>
        <p:spPr>
          <a:xfrm xmlns:a="http://schemas.openxmlformats.org/drawingml/2006/main">
            <a:off x="6858000" y="7572375"/>
            <a:ext cx="46005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Camera image → laptop gallery match → name/status. Separate from the main hotel POC.</a:t>
            </a:r>
          </a:p>
        </p:txBody>
      </p:sp>
      <p:sp>
        <p:nvSpPr>
          <p:cNvPr id="50" name="slide-10-proposed-frame">
            <a:extLst xmlns:a="http://schemas.openxmlformats.org/drawingml/2006/main">
              <a:ext uri="{FF2B5EF4-FFF2-40B4-BE49-F238E27FC236}">
                <a16:creationId xmlns:a16="http://schemas.microsoft.com/office/drawing/2014/main" id="{E42CB634-2F0B-4235-9242-E671FA67A109}"/>
              </a:ext>
            </a:extLst>
          </p:cNvPr>
          <p:cNvSpPr>
            <a:spLocks xmlns:a="http://schemas.openxmlformats.org/drawingml/2006/main" noGrp="1"/>
          </p:cNvSpPr>
          <p:nvPr/>
        </p:nvSpPr>
        <p:spPr>
          <a:xfrm xmlns:a="http://schemas.openxmlformats.org/drawingml/2006/main">
            <a:off x="12230100" y="6905625"/>
            <a:ext cx="5095875"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D7DDE7"/>
            </a:solidFill>
            <a:prstDash val="solid"/>
          </a:ln>
        </p:spPr>
      </p:sp>
      <p:sp>
        <p:nvSpPr>
          <p:cNvPr id="51" name="slide-10-proposed-accent">
            <a:extLst xmlns:a="http://schemas.openxmlformats.org/drawingml/2006/main">
              <a:ext uri="{FF2B5EF4-FFF2-40B4-BE49-F238E27FC236}">
                <a16:creationId xmlns:a16="http://schemas.microsoft.com/office/drawing/2014/main" id="{A796A55B-4334-4CAE-A278-E4BB6A2CF01F}"/>
              </a:ext>
            </a:extLst>
          </p:cNvPr>
          <p:cNvSpPr>
            <a:spLocks xmlns:a="http://schemas.openxmlformats.org/drawingml/2006/main" noGrp="1"/>
          </p:cNvSpPr>
          <p:nvPr/>
        </p:nvSpPr>
        <p:spPr>
          <a:xfrm xmlns:a="http://schemas.openxmlformats.org/drawingml/2006/main">
            <a:off x="12230100" y="6905625"/>
            <a:ext cx="95250" cy="2000250"/>
          </a:xfrm>
          <a:prstGeom xmlns:a="http://schemas.openxmlformats.org/drawingml/2006/main" prst="rect">
            <a:avLst/>
          </a:prstGeom>
          <a:solidFill xmlns:a="http://schemas.openxmlformats.org/drawingml/2006/main">
            <a:srgbClr val="98620A"/>
          </a:solidFill>
          <a:ln xmlns:a="http://schemas.openxmlformats.org/drawingml/2006/main" w="0">
            <a:solidFill>
              <a:srgbClr val="98620A"/>
            </a:solidFill>
            <a:prstDash val="solid"/>
          </a:ln>
        </p:spPr>
      </p:sp>
      <p:sp>
        <p:nvSpPr>
          <p:cNvPr id="52" name="slide-10-proposed-title">
            <a:extLst xmlns:a="http://schemas.openxmlformats.org/drawingml/2006/main">
              <a:ext uri="{FF2B5EF4-FFF2-40B4-BE49-F238E27FC236}">
                <a16:creationId xmlns:a16="http://schemas.microsoft.com/office/drawing/2014/main" id="{C0BD013E-C83E-4972-94F1-19DA96D59A65}"/>
              </a:ext>
            </a:extLst>
          </p:cNvPr>
          <p:cNvSpPr>
            <a:spLocks xmlns:a="http://schemas.openxmlformats.org/drawingml/2006/main" noGrp="1"/>
          </p:cNvSpPr>
          <p:nvPr/>
        </p:nvSpPr>
        <p:spPr>
          <a:xfrm xmlns:a="http://schemas.openxmlformats.org/drawingml/2006/main">
            <a:off x="12496800" y="7086600"/>
            <a:ext cx="46005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ctr">
            <a:normAutofit fontScale="100000"/>
          </a:bodyPr>
          <a:lstStyle xmlns:a="http://schemas.openxmlformats.org/drawingml/2006/main">
            <a:defPPr algn="l">
              <a:defRPr sz="1725" b="1">
                <a:solidFill>
                  <a:srgbClr val="193F84"/>
                </a:solidFill>
                <a:latin typeface="Helvetica Neue"/>
                <a:ea typeface="Helvetica Neue"/>
                <a:cs typeface="Helvetica Neue"/>
              </a:defRPr>
            </a:defPPr>
            <a:lvl1pPr algn="l">
              <a:buNone/>
              <a:defRPr sz="1725" b="1">
                <a:solidFill>
                  <a:srgbClr val="193F84"/>
                </a:solidFill>
                <a:latin typeface="Helvetica Neue"/>
                <a:ea typeface="Helvetica Neue"/>
                <a:cs typeface="Helvetica Neue"/>
              </a:defRPr>
            </a:lvl1pPr>
            <a:lvl2pPr algn="l">
              <a:buNone/>
              <a:defRPr sz="1725" b="1">
                <a:solidFill>
                  <a:srgbClr val="193F84"/>
                </a:solidFill>
                <a:latin typeface="Helvetica Neue"/>
                <a:ea typeface="Helvetica Neue"/>
                <a:cs typeface="Helvetica Neue"/>
              </a:defRPr>
            </a:lvl2pPr>
            <a:lvl3pPr algn="l">
              <a:buNone/>
              <a:defRPr sz="1725" b="1">
                <a:solidFill>
                  <a:srgbClr val="193F84"/>
                </a:solidFill>
                <a:latin typeface="Helvetica Neue"/>
                <a:ea typeface="Helvetica Neue"/>
                <a:cs typeface="Helvetica Neue"/>
              </a:defRPr>
            </a:lvl3pPr>
            <a:lvl4pPr algn="l">
              <a:buNone/>
              <a:defRPr sz="1725" b="1">
                <a:solidFill>
                  <a:srgbClr val="193F84"/>
                </a:solidFill>
                <a:latin typeface="Helvetica Neue"/>
                <a:ea typeface="Helvetica Neue"/>
                <a:cs typeface="Helvetica Neue"/>
              </a:defRPr>
            </a:lvl4pPr>
            <a:lvl5pPr algn="l">
              <a:buNone/>
              <a:defRPr sz="1725" b="1">
                <a:solidFill>
                  <a:srgbClr val="193F84"/>
                </a:solidFill>
                <a:latin typeface="Helvetica Neue"/>
                <a:ea typeface="Helvetica Neue"/>
                <a:cs typeface="Helvetica Neue"/>
              </a:defRPr>
            </a:lvl5pPr>
            <a:lvl6pPr algn="l">
              <a:buNone/>
              <a:defRPr sz="1725" b="1">
                <a:solidFill>
                  <a:srgbClr val="193F84"/>
                </a:solidFill>
                <a:latin typeface="Helvetica Neue"/>
                <a:ea typeface="Helvetica Neue"/>
                <a:cs typeface="Helvetica Neue"/>
              </a:defRPr>
            </a:lvl6pPr>
            <a:lvl7pPr algn="l">
              <a:buNone/>
              <a:defRPr sz="1725" b="1">
                <a:solidFill>
                  <a:srgbClr val="193F84"/>
                </a:solidFill>
                <a:latin typeface="Helvetica Neue"/>
                <a:ea typeface="Helvetica Neue"/>
                <a:cs typeface="Helvetica Neue"/>
              </a:defRPr>
            </a:lvl7pPr>
            <a:lvl8pPr algn="l">
              <a:buNone/>
              <a:defRPr sz="1725" b="1">
                <a:solidFill>
                  <a:srgbClr val="193F84"/>
                </a:solidFill>
                <a:latin typeface="Helvetica Neue"/>
                <a:ea typeface="Helvetica Neue"/>
                <a:cs typeface="Helvetica Neue"/>
              </a:defRPr>
            </a:lvl8pPr>
            <a:lvl9pPr algn="l">
              <a:buNone/>
              <a:defRPr sz="1725" b="1">
                <a:solidFill>
                  <a:srgbClr val="193F84"/>
                </a:solidFill>
                <a:latin typeface="Helvetica Neue"/>
                <a:ea typeface="Helvetica Neue"/>
                <a:cs typeface="Helvetica Neue"/>
              </a:defRPr>
            </a:lvl9pPr>
          </a:lstStyle>
          <a:p xmlns:a="http://schemas.openxmlformats.org/drawingml/2006/main">
            <a:pPr algn="l">
              <a:lnSpc>
                <a:spcPct val="100000"/>
              </a:lnSpc>
              <a:buNone/>
              <a:defRPr sz="1725" b="1">
                <a:solidFill>
                  <a:srgbClr val="193F84"/>
                </a:solidFill>
                <a:latin typeface="Helvetica Neue"/>
                <a:ea typeface="Helvetica Neue"/>
                <a:cs typeface="Helvetica Neue"/>
              </a:defRPr>
            </a:pPr>
            <a:r>
              <a:rPr sz="1725" b="1">
                <a:solidFill>
                  <a:srgbClr val="193F84"/>
                </a:solidFill>
                <a:latin typeface="Helvetica Neue"/>
                <a:ea typeface="Helvetica Neue"/>
                <a:cs typeface="Helvetica Neue"/>
              </a:rPr>
              <a:t>PROPOSED EXTENSION</a:t>
            </a:r>
          </a:p>
        </p:txBody>
      </p:sp>
      <p:sp>
        <p:nvSpPr>
          <p:cNvPr id="53" name="slide-10-proposed-body">
            <a:extLst xmlns:a="http://schemas.openxmlformats.org/drawingml/2006/main">
              <a:ext uri="{FF2B5EF4-FFF2-40B4-BE49-F238E27FC236}">
                <a16:creationId xmlns:a16="http://schemas.microsoft.com/office/drawing/2014/main" id="{F2B9FFF5-31CA-42ED-AABB-04B2E0A0404F}"/>
              </a:ext>
            </a:extLst>
          </p:cNvPr>
          <p:cNvSpPr>
            <a:spLocks xmlns:a="http://schemas.openxmlformats.org/drawingml/2006/main" noGrp="1"/>
          </p:cNvSpPr>
          <p:nvPr/>
        </p:nvSpPr>
        <p:spPr>
          <a:xfrm xmlns:a="http://schemas.openxmlformats.org/drawingml/2006/main">
            <a:off x="12496800" y="7572375"/>
            <a:ext cx="46005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57150" tIns="28575" rIns="57150" bIns="28575" anchor="t">
            <a:normAutofit fontScale="100000"/>
          </a:bodyPr>
          <a:lstStyle xmlns:a="http://schemas.openxmlformats.org/drawingml/2006/main">
            <a:defPPr algn="l">
              <a:defRPr sz="1575" b="0">
                <a:solidFill>
                  <a:srgbClr val="26344A"/>
                </a:solidFill>
                <a:latin typeface="Helvetica Neue"/>
                <a:ea typeface="Helvetica Neue"/>
                <a:cs typeface="Helvetica Neue"/>
              </a:defRPr>
            </a:defPPr>
            <a:lvl1pPr algn="l">
              <a:buNone/>
              <a:defRPr sz="1575" b="0">
                <a:solidFill>
                  <a:srgbClr val="26344A"/>
                </a:solidFill>
                <a:latin typeface="Helvetica Neue"/>
                <a:ea typeface="Helvetica Neue"/>
                <a:cs typeface="Helvetica Neue"/>
              </a:defRPr>
            </a:lvl1pPr>
            <a:lvl2pPr algn="l">
              <a:buNone/>
              <a:defRPr sz="1575" b="0">
                <a:solidFill>
                  <a:srgbClr val="26344A"/>
                </a:solidFill>
                <a:latin typeface="Helvetica Neue"/>
                <a:ea typeface="Helvetica Neue"/>
                <a:cs typeface="Helvetica Neue"/>
              </a:defRPr>
            </a:lvl2pPr>
            <a:lvl3pPr algn="l">
              <a:buNone/>
              <a:defRPr sz="1575" b="0">
                <a:solidFill>
                  <a:srgbClr val="26344A"/>
                </a:solidFill>
                <a:latin typeface="Helvetica Neue"/>
                <a:ea typeface="Helvetica Neue"/>
                <a:cs typeface="Helvetica Neue"/>
              </a:defRPr>
            </a:lvl3pPr>
            <a:lvl4pPr algn="l">
              <a:buNone/>
              <a:defRPr sz="1575" b="0">
                <a:solidFill>
                  <a:srgbClr val="26344A"/>
                </a:solidFill>
                <a:latin typeface="Helvetica Neue"/>
                <a:ea typeface="Helvetica Neue"/>
                <a:cs typeface="Helvetica Neue"/>
              </a:defRPr>
            </a:lvl4pPr>
            <a:lvl5pPr algn="l">
              <a:buNone/>
              <a:defRPr sz="1575" b="0">
                <a:solidFill>
                  <a:srgbClr val="26344A"/>
                </a:solidFill>
                <a:latin typeface="Helvetica Neue"/>
                <a:ea typeface="Helvetica Neue"/>
                <a:cs typeface="Helvetica Neue"/>
              </a:defRPr>
            </a:lvl5pPr>
            <a:lvl6pPr algn="l">
              <a:buNone/>
              <a:defRPr sz="1575" b="0">
                <a:solidFill>
                  <a:srgbClr val="26344A"/>
                </a:solidFill>
                <a:latin typeface="Helvetica Neue"/>
                <a:ea typeface="Helvetica Neue"/>
                <a:cs typeface="Helvetica Neue"/>
              </a:defRPr>
            </a:lvl6pPr>
            <a:lvl7pPr algn="l">
              <a:buNone/>
              <a:defRPr sz="1575" b="0">
                <a:solidFill>
                  <a:srgbClr val="26344A"/>
                </a:solidFill>
                <a:latin typeface="Helvetica Neue"/>
                <a:ea typeface="Helvetica Neue"/>
                <a:cs typeface="Helvetica Neue"/>
              </a:defRPr>
            </a:lvl7pPr>
            <a:lvl8pPr algn="l">
              <a:buNone/>
              <a:defRPr sz="1575" b="0">
                <a:solidFill>
                  <a:srgbClr val="26344A"/>
                </a:solidFill>
                <a:latin typeface="Helvetica Neue"/>
                <a:ea typeface="Helvetica Neue"/>
                <a:cs typeface="Helvetica Neue"/>
              </a:defRPr>
            </a:lvl8pPr>
            <a:lvl9pPr algn="l">
              <a:buNone/>
              <a:defRPr sz="1575" b="0">
                <a:solidFill>
                  <a:srgbClr val="26344A"/>
                </a:solidFill>
                <a:latin typeface="Helvetica Neue"/>
                <a:ea typeface="Helvetica Neue"/>
                <a:cs typeface="Helvetica Neue"/>
              </a:defRPr>
            </a:lvl9pPr>
          </a:lstStyle>
          <a:p xmlns:a="http://schemas.openxmlformats.org/drawingml/2006/main">
            <a:pPr algn="l">
              <a:lnSpc>
                <a:spcPct val="104000"/>
              </a:lnSpc>
              <a:buNone/>
              <a:defRPr sz="1575" b="0">
                <a:solidFill>
                  <a:srgbClr val="26344A"/>
                </a:solidFill>
                <a:latin typeface="Helvetica Neue"/>
                <a:ea typeface="Helvetica Neue"/>
                <a:cs typeface="Helvetica Neue"/>
              </a:defRPr>
            </a:pPr>
            <a:r>
              <a:rPr sz="1575" b="0">
                <a:solidFill>
                  <a:srgbClr val="26344A"/>
                </a:solidFill>
                <a:latin typeface="Helvetica Neue"/>
                <a:ea typeface="Helvetica Neue"/>
                <a:cs typeface="Helvetica Neue"/>
              </a:rPr>
              <a:t>Preference capture, guest/stay note update and handover to the next employee.</a:t>
            </a:r>
          </a:p>
        </p:txBody>
      </p:sp>
    </p:spTree>
    <p:extLst>
      <p:ext uri="{BB962C8B-B14F-4D97-AF65-F5344CB8AC3E}">
        <p14:creationId xmlns:p14="http://schemas.microsoft.com/office/powerpoint/2010/main" val="1336877611"/>
      </p:ext>
    </p:extLst>
  </p:cSld>
</p:sld>
</file>

<file path=ppt/slides/slide5.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61" name="slide-11-title">
            <a:extLst xmlns:a="http://schemas.openxmlformats.org/drawingml/2006/main">
              <a:ext uri="{FF2B5EF4-FFF2-40B4-BE49-F238E27FC236}">
                <a16:creationId xmlns:a16="http://schemas.microsoft.com/office/drawing/2014/main" id="{3F8E0468-F196-466E-907E-95C32EA6904B}"/>
              </a:ext>
            </a:extLst>
          </p:cNvPr>
          <p:cNvSpPr>
            <a:spLocks xmlns:a="http://schemas.openxmlformats.org/drawingml/2006/main" noGrp="1"/>
          </p:cNvSpPr>
          <p:nvPr/>
        </p:nvSpPr>
        <p:spPr>
          <a:xfrm xmlns:a="http://schemas.openxmlformats.org/drawingml/2006/main">
            <a:off x="952500" y="381000"/>
            <a:ext cx="1638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4350" b="1">
                <a:solidFill>
                  <a:srgbClr val="2453A6"/>
                </a:solidFill>
                <a:latin typeface="Helvetica Neue"/>
                <a:ea typeface="Helvetica Neue"/>
                <a:cs typeface="Helvetica Neue"/>
              </a:defRPr>
            </a:defPPr>
            <a:lvl1pPr algn="ctr">
              <a:defRPr sz="4350" b="1">
                <a:solidFill>
                  <a:srgbClr val="2453A6"/>
                </a:solidFill>
                <a:latin typeface="Helvetica Neue"/>
                <a:ea typeface="Helvetica Neue"/>
                <a:cs typeface="Helvetica Neue"/>
              </a:defRPr>
            </a:lvl1pPr>
            <a:lvl2pPr algn="ctr">
              <a:defRPr sz="4350" b="1">
                <a:solidFill>
                  <a:srgbClr val="2453A6"/>
                </a:solidFill>
                <a:latin typeface="Helvetica Neue"/>
                <a:ea typeface="Helvetica Neue"/>
                <a:cs typeface="Helvetica Neue"/>
              </a:defRPr>
            </a:lvl2pPr>
            <a:lvl3pPr algn="ctr">
              <a:defRPr sz="4350" b="1">
                <a:solidFill>
                  <a:srgbClr val="2453A6"/>
                </a:solidFill>
                <a:latin typeface="Helvetica Neue"/>
                <a:ea typeface="Helvetica Neue"/>
                <a:cs typeface="Helvetica Neue"/>
              </a:defRPr>
            </a:lvl3pPr>
            <a:lvl4pPr algn="ctr">
              <a:defRPr sz="4350" b="1">
                <a:solidFill>
                  <a:srgbClr val="2453A6"/>
                </a:solidFill>
                <a:latin typeface="Helvetica Neue"/>
                <a:ea typeface="Helvetica Neue"/>
                <a:cs typeface="Helvetica Neue"/>
              </a:defRPr>
            </a:lvl4pPr>
            <a:lvl5pPr algn="ctr">
              <a:defRPr sz="4350" b="1">
                <a:solidFill>
                  <a:srgbClr val="2453A6"/>
                </a:solidFill>
                <a:latin typeface="Helvetica Neue"/>
                <a:ea typeface="Helvetica Neue"/>
                <a:cs typeface="Helvetica Neue"/>
              </a:defRPr>
            </a:lvl5pPr>
            <a:lvl6pPr algn="ctr">
              <a:defRPr sz="4350" b="1">
                <a:solidFill>
                  <a:srgbClr val="2453A6"/>
                </a:solidFill>
                <a:latin typeface="Helvetica Neue"/>
                <a:ea typeface="Helvetica Neue"/>
                <a:cs typeface="Helvetica Neue"/>
              </a:defRPr>
            </a:lvl6pPr>
            <a:lvl7pPr algn="ctr">
              <a:defRPr sz="4350" b="1">
                <a:solidFill>
                  <a:srgbClr val="2453A6"/>
                </a:solidFill>
                <a:latin typeface="Helvetica Neue"/>
                <a:ea typeface="Helvetica Neue"/>
                <a:cs typeface="Helvetica Neue"/>
              </a:defRPr>
            </a:lvl7pPr>
            <a:lvl8pPr algn="ctr">
              <a:defRPr sz="4350" b="1">
                <a:solidFill>
                  <a:srgbClr val="2453A6"/>
                </a:solidFill>
                <a:latin typeface="Helvetica Neue"/>
                <a:ea typeface="Helvetica Neue"/>
                <a:cs typeface="Helvetica Neue"/>
              </a:defRPr>
            </a:lvl8pPr>
            <a:lvl9pPr algn="ctr">
              <a:defRPr sz="4350" b="1">
                <a:solidFill>
                  <a:srgbClr val="2453A6"/>
                </a:solidFill>
                <a:latin typeface="Helvetica Neue"/>
                <a:ea typeface="Helvetica Neue"/>
                <a:cs typeface="Helvetica Neue"/>
              </a:defRPr>
            </a:lvl9pPr>
          </a:lstStyle>
          <a:p xmlns:a="http://schemas.openxmlformats.org/drawingml/2006/main">
            <a:pPr algn="ctr">
              <a:defRPr sz="4350" b="1">
                <a:solidFill>
                  <a:srgbClr val="2453A6"/>
                </a:solidFill>
                <a:latin typeface="Helvetica Neue"/>
                <a:ea typeface="Helvetica Neue"/>
                <a:cs typeface="Helvetica Neue"/>
              </a:defRPr>
            </a:pPr>
            <a:r>
              <a:rPr sz="4350" b="1">
                <a:solidFill>
                  <a:srgbClr val="2453A6"/>
                </a:solidFill>
                <a:latin typeface="Helvetica Neue"/>
                <a:ea typeface="Helvetica Neue"/>
                <a:cs typeface="Helvetica Neue"/>
              </a:rPr>
              <a:t>SYSTEM ARCHITECTURE</a:t>
            </a:r>
          </a:p>
        </p:txBody>
      </p:sp>
      <p:sp>
        <p:nvSpPr>
          <p:cNvPr id="2" name="slide-11-subtitle">
            <a:extLst xmlns:a="http://schemas.openxmlformats.org/drawingml/2006/main">
              <a:ext uri="{FF2B5EF4-FFF2-40B4-BE49-F238E27FC236}">
                <a16:creationId xmlns:a16="http://schemas.microsoft.com/office/drawing/2014/main" id="{24842CD2-3642-4B57-98B5-62D4FF1304FF}"/>
              </a:ext>
            </a:extLst>
          </p:cNvPr>
          <p:cNvSpPr>
            <a:spLocks xmlns:a="http://schemas.openxmlformats.org/drawingml/2006/main" noGrp="1"/>
          </p:cNvSpPr>
          <p:nvPr/>
        </p:nvSpPr>
        <p:spPr>
          <a:xfrm xmlns:a="http://schemas.openxmlformats.org/drawingml/2006/main">
            <a:off x="1428750" y="1323975"/>
            <a:ext cx="1543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025">
                <a:solidFill>
                  <a:srgbClr val="5D6878"/>
                </a:solidFill>
                <a:latin typeface="Helvetica Neue"/>
                <a:ea typeface="Helvetica Neue"/>
                <a:cs typeface="Helvetica Neue"/>
              </a:defRPr>
            </a:defPPr>
            <a:lvl1pPr algn="ctr">
              <a:defRPr sz="2025">
                <a:solidFill>
                  <a:srgbClr val="5D6878"/>
                </a:solidFill>
                <a:latin typeface="Helvetica Neue"/>
                <a:ea typeface="Helvetica Neue"/>
                <a:cs typeface="Helvetica Neue"/>
              </a:defRPr>
            </a:lvl1pPr>
            <a:lvl2pPr algn="ctr">
              <a:defRPr sz="2025">
                <a:solidFill>
                  <a:srgbClr val="5D6878"/>
                </a:solidFill>
                <a:latin typeface="Helvetica Neue"/>
                <a:ea typeface="Helvetica Neue"/>
                <a:cs typeface="Helvetica Neue"/>
              </a:defRPr>
            </a:lvl2pPr>
            <a:lvl3pPr algn="ctr">
              <a:defRPr sz="2025">
                <a:solidFill>
                  <a:srgbClr val="5D6878"/>
                </a:solidFill>
                <a:latin typeface="Helvetica Neue"/>
                <a:ea typeface="Helvetica Neue"/>
                <a:cs typeface="Helvetica Neue"/>
              </a:defRPr>
            </a:lvl3pPr>
            <a:lvl4pPr algn="ctr">
              <a:defRPr sz="2025">
                <a:solidFill>
                  <a:srgbClr val="5D6878"/>
                </a:solidFill>
                <a:latin typeface="Helvetica Neue"/>
                <a:ea typeface="Helvetica Neue"/>
                <a:cs typeface="Helvetica Neue"/>
              </a:defRPr>
            </a:lvl4pPr>
            <a:lvl5pPr algn="ctr">
              <a:defRPr sz="2025">
                <a:solidFill>
                  <a:srgbClr val="5D6878"/>
                </a:solidFill>
                <a:latin typeface="Helvetica Neue"/>
                <a:ea typeface="Helvetica Neue"/>
                <a:cs typeface="Helvetica Neue"/>
              </a:defRPr>
            </a:lvl5pPr>
            <a:lvl6pPr algn="ctr">
              <a:defRPr sz="2025">
                <a:solidFill>
                  <a:srgbClr val="5D6878"/>
                </a:solidFill>
                <a:latin typeface="Helvetica Neue"/>
                <a:ea typeface="Helvetica Neue"/>
                <a:cs typeface="Helvetica Neue"/>
              </a:defRPr>
            </a:lvl6pPr>
            <a:lvl7pPr algn="ctr">
              <a:defRPr sz="2025">
                <a:solidFill>
                  <a:srgbClr val="5D6878"/>
                </a:solidFill>
                <a:latin typeface="Helvetica Neue"/>
                <a:ea typeface="Helvetica Neue"/>
                <a:cs typeface="Helvetica Neue"/>
              </a:defRPr>
            </a:lvl7pPr>
            <a:lvl8pPr algn="ctr">
              <a:defRPr sz="2025">
                <a:solidFill>
                  <a:srgbClr val="5D6878"/>
                </a:solidFill>
                <a:latin typeface="Helvetica Neue"/>
                <a:ea typeface="Helvetica Neue"/>
                <a:cs typeface="Helvetica Neue"/>
              </a:defRPr>
            </a:lvl8pPr>
            <a:lvl9pPr algn="ctr">
              <a:defRPr sz="2025">
                <a:solidFill>
                  <a:srgbClr val="5D6878"/>
                </a:solidFill>
                <a:latin typeface="Helvetica Neue"/>
                <a:ea typeface="Helvetica Neue"/>
                <a:cs typeface="Helvetica Neue"/>
              </a:defRPr>
            </a:lvl9pPr>
          </a:lstStyle>
          <a:p xmlns:a="http://schemas.openxmlformats.org/drawingml/2006/main">
            <a:pPr algn="ctr">
              <a:defRPr sz="2025">
                <a:solidFill>
                  <a:srgbClr val="5D6878"/>
                </a:solidFill>
                <a:latin typeface="Helvetica Neue"/>
                <a:ea typeface="Helvetica Neue"/>
                <a:cs typeface="Helvetica Neue"/>
              </a:defRPr>
            </a:pPr>
            <a:r>
              <a:rPr sz="2025">
                <a:solidFill>
                  <a:srgbClr val="5D6878"/>
                </a:solidFill>
                <a:latin typeface="Helvetica Neue"/>
                <a:ea typeface="Helvetica Neue"/>
                <a:cs typeface="Helvetica Neue"/>
              </a:rPr>
              <a:t>A proposed guest-approved note can feed the lounge profile retrieval path.</a:t>
            </a:r>
          </a:p>
        </p:txBody>
      </p:sp>
      <p:sp>
        <p:nvSpPr>
          <p:cNvPr id="3" name="slide-11-write-lane">
            <a:extLst xmlns:a="http://schemas.openxmlformats.org/drawingml/2006/main">
              <a:ext uri="{FF2B5EF4-FFF2-40B4-BE49-F238E27FC236}">
                <a16:creationId xmlns:a16="http://schemas.microsoft.com/office/drawing/2014/main" id="{9234F9BF-3E29-4608-B4D1-D41ABBAA7BC8}"/>
              </a:ext>
            </a:extLst>
          </p:cNvPr>
          <p:cNvSpPr>
            <a:spLocks xmlns:a="http://schemas.openxmlformats.org/drawingml/2006/main" noGrp="1"/>
          </p:cNvSpPr>
          <p:nvPr/>
        </p:nvSpPr>
        <p:spPr>
          <a:xfrm xmlns:a="http://schemas.openxmlformats.org/drawingml/2006/main">
            <a:off x="857250" y="2076450"/>
            <a:ext cx="16573500" cy="2095500"/>
          </a:xfrm>
          <a:prstGeom xmlns:a="http://schemas.openxmlformats.org/drawingml/2006/main" prst="roundRect">
            <a:avLst>
              <a:gd name="adj" fmla="val 3636"/>
            </a:avLst>
          </a:prstGeom>
          <a:solidFill xmlns:a="http://schemas.openxmlformats.org/drawingml/2006/main">
            <a:srgbClr val="FFF9ED"/>
          </a:solidFill>
          <a:ln xmlns:a="http://schemas.openxmlformats.org/drawingml/2006/main" w="19050">
            <a:solidFill>
              <a:srgbClr val="D2AD66"/>
            </a:solidFill>
            <a:prstDash val="solid"/>
          </a:ln>
        </p:spPr>
      </p:sp>
      <p:sp>
        <p:nvSpPr>
          <p:cNvPr id="4" name="slide-11-write-label">
            <a:extLst xmlns:a="http://schemas.openxmlformats.org/drawingml/2006/main">
              <a:ext uri="{FF2B5EF4-FFF2-40B4-BE49-F238E27FC236}">
                <a16:creationId xmlns:a16="http://schemas.microsoft.com/office/drawing/2014/main" id="{78E22F08-30A1-4E29-9A0E-04BDA54CCFCB}"/>
              </a:ext>
            </a:extLst>
          </p:cNvPr>
          <p:cNvSpPr>
            <a:spLocks xmlns:a="http://schemas.openxmlformats.org/drawingml/2006/main" noGrp="1"/>
          </p:cNvSpPr>
          <p:nvPr/>
        </p:nvSpPr>
        <p:spPr>
          <a:xfrm xmlns:a="http://schemas.openxmlformats.org/drawingml/2006/main">
            <a:off x="1143000" y="2200275"/>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81580D"/>
                </a:solidFill>
                <a:latin typeface="Helvetica Neue"/>
                <a:ea typeface="Helvetica Neue"/>
                <a:cs typeface="Helvetica Neue"/>
              </a:defRPr>
            </a:defPPr>
            <a:lvl1pPr algn="l">
              <a:defRPr sz="1875" b="1">
                <a:solidFill>
                  <a:srgbClr val="81580D"/>
                </a:solidFill>
                <a:latin typeface="Helvetica Neue"/>
                <a:ea typeface="Helvetica Neue"/>
                <a:cs typeface="Helvetica Neue"/>
              </a:defRPr>
            </a:lvl1pPr>
            <a:lvl2pPr algn="l">
              <a:defRPr sz="1875" b="1">
                <a:solidFill>
                  <a:srgbClr val="81580D"/>
                </a:solidFill>
                <a:latin typeface="Helvetica Neue"/>
                <a:ea typeface="Helvetica Neue"/>
                <a:cs typeface="Helvetica Neue"/>
              </a:defRPr>
            </a:lvl2pPr>
            <a:lvl3pPr algn="l">
              <a:defRPr sz="1875" b="1">
                <a:solidFill>
                  <a:srgbClr val="81580D"/>
                </a:solidFill>
                <a:latin typeface="Helvetica Neue"/>
                <a:ea typeface="Helvetica Neue"/>
                <a:cs typeface="Helvetica Neue"/>
              </a:defRPr>
            </a:lvl3pPr>
            <a:lvl4pPr algn="l">
              <a:defRPr sz="1875" b="1">
                <a:solidFill>
                  <a:srgbClr val="81580D"/>
                </a:solidFill>
                <a:latin typeface="Helvetica Neue"/>
                <a:ea typeface="Helvetica Neue"/>
                <a:cs typeface="Helvetica Neue"/>
              </a:defRPr>
            </a:lvl4pPr>
            <a:lvl5pPr algn="l">
              <a:defRPr sz="1875" b="1">
                <a:solidFill>
                  <a:srgbClr val="81580D"/>
                </a:solidFill>
                <a:latin typeface="Helvetica Neue"/>
                <a:ea typeface="Helvetica Neue"/>
                <a:cs typeface="Helvetica Neue"/>
              </a:defRPr>
            </a:lvl5pPr>
            <a:lvl6pPr algn="l">
              <a:defRPr sz="1875" b="1">
                <a:solidFill>
                  <a:srgbClr val="81580D"/>
                </a:solidFill>
                <a:latin typeface="Helvetica Neue"/>
                <a:ea typeface="Helvetica Neue"/>
                <a:cs typeface="Helvetica Neue"/>
              </a:defRPr>
            </a:lvl6pPr>
            <a:lvl7pPr algn="l">
              <a:defRPr sz="1875" b="1">
                <a:solidFill>
                  <a:srgbClr val="81580D"/>
                </a:solidFill>
                <a:latin typeface="Helvetica Neue"/>
                <a:ea typeface="Helvetica Neue"/>
                <a:cs typeface="Helvetica Neue"/>
              </a:defRPr>
            </a:lvl7pPr>
            <a:lvl8pPr algn="l">
              <a:defRPr sz="1875" b="1">
                <a:solidFill>
                  <a:srgbClr val="81580D"/>
                </a:solidFill>
                <a:latin typeface="Helvetica Neue"/>
                <a:ea typeface="Helvetica Neue"/>
                <a:cs typeface="Helvetica Neue"/>
              </a:defRPr>
            </a:lvl8pPr>
            <a:lvl9pPr algn="l">
              <a:defRPr sz="1875" b="1">
                <a:solidFill>
                  <a:srgbClr val="81580D"/>
                </a:solidFill>
                <a:latin typeface="Helvetica Neue"/>
                <a:ea typeface="Helvetica Neue"/>
                <a:cs typeface="Helvetica Neue"/>
              </a:defRPr>
            </a:lvl9pPr>
          </a:lstStyle>
          <a:p xmlns:a="http://schemas.openxmlformats.org/drawingml/2006/main">
            <a:pPr algn="l">
              <a:defRPr sz="1875" b="1">
                <a:solidFill>
                  <a:srgbClr val="81580D"/>
                </a:solidFill>
                <a:latin typeface="Helvetica Neue"/>
                <a:ea typeface="Helvetica Neue"/>
                <a:cs typeface="Helvetica Neue"/>
              </a:defRPr>
            </a:pPr>
            <a:r>
              <a:rPr sz="1875" b="1">
                <a:solidFill>
                  <a:srgbClr val="81580D"/>
                </a:solidFill>
                <a:latin typeface="Helvetica Neue"/>
                <a:ea typeface="Helvetica Neue"/>
                <a:cs typeface="Helvetica Neue"/>
              </a:rPr>
              <a:t>PROPOSED NOTE WRITE PATH</a:t>
            </a:r>
          </a:p>
        </p:txBody>
      </p:sp>
      <p:sp>
        <p:nvSpPr>
          <p:cNvPr id="5" name="slide-11-write-1-box">
            <a:extLst xmlns:a="http://schemas.openxmlformats.org/drawingml/2006/main">
              <a:ext uri="{FF2B5EF4-FFF2-40B4-BE49-F238E27FC236}">
                <a16:creationId xmlns:a16="http://schemas.microsoft.com/office/drawing/2014/main" id="{A8AABA29-4A34-4E76-A833-EBFA10EEFF6A}"/>
              </a:ext>
            </a:extLst>
          </p:cNvPr>
          <p:cNvSpPr>
            <a:spLocks xmlns:a="http://schemas.openxmlformats.org/drawingml/2006/main" noGrp="1"/>
          </p:cNvSpPr>
          <p:nvPr/>
        </p:nvSpPr>
        <p:spPr>
          <a:xfrm xmlns:a="http://schemas.openxmlformats.org/drawingml/2006/main">
            <a:off x="10477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6" name="slide-11-write-1-title">
            <a:extLst xmlns:a="http://schemas.openxmlformats.org/drawingml/2006/main">
              <a:ext uri="{FF2B5EF4-FFF2-40B4-BE49-F238E27FC236}">
                <a16:creationId xmlns:a16="http://schemas.microsoft.com/office/drawing/2014/main" id="{EADBA8BE-BBDA-497F-9312-18E28AC49A1A}"/>
              </a:ext>
            </a:extLst>
          </p:cNvPr>
          <p:cNvSpPr>
            <a:spLocks xmlns:a="http://schemas.openxmlformats.org/drawingml/2006/main" noGrp="1"/>
          </p:cNvSpPr>
          <p:nvPr/>
        </p:nvSpPr>
        <p:spPr>
          <a:xfrm xmlns:a="http://schemas.openxmlformats.org/drawingml/2006/main">
            <a:off x="11811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Guest shares</a:t>
            </a:r>
          </a:p>
        </p:txBody>
      </p:sp>
      <p:sp>
        <p:nvSpPr>
          <p:cNvPr id="7" name="slide-11-write-1-body">
            <a:extLst xmlns:a="http://schemas.openxmlformats.org/drawingml/2006/main">
              <a:ext uri="{FF2B5EF4-FFF2-40B4-BE49-F238E27FC236}">
                <a16:creationId xmlns:a16="http://schemas.microsoft.com/office/drawing/2014/main" id="{B7D2E38B-4770-46FF-BA1B-65B0C26406F9}"/>
              </a:ext>
            </a:extLst>
          </p:cNvPr>
          <p:cNvSpPr>
            <a:spLocks xmlns:a="http://schemas.openxmlformats.org/drawingml/2006/main" noGrp="1"/>
          </p:cNvSpPr>
          <p:nvPr/>
        </p:nvSpPr>
        <p:spPr>
          <a:xfrm xmlns:a="http://schemas.openxmlformats.org/drawingml/2006/main">
            <a:off x="12001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One preference for this stay</a:t>
            </a:r>
          </a:p>
        </p:txBody>
      </p:sp>
      <p:sp>
        <p:nvSpPr>
          <p:cNvPr id="8" name="slide-11-write-arrow-1">
            <a:extLst xmlns:a="http://schemas.openxmlformats.org/drawingml/2006/main">
              <a:ext uri="{FF2B5EF4-FFF2-40B4-BE49-F238E27FC236}">
                <a16:creationId xmlns:a16="http://schemas.microsoft.com/office/drawing/2014/main" id="{B387CF1A-8882-472E-BA04-4AE1D0134A1E}"/>
              </a:ext>
            </a:extLst>
          </p:cNvPr>
          <p:cNvSpPr>
            <a:spLocks xmlns:a="http://schemas.openxmlformats.org/drawingml/2006/main" noGrp="1"/>
          </p:cNvSpPr>
          <p:nvPr/>
        </p:nvSpPr>
        <p:spPr>
          <a:xfrm xmlns:a="http://schemas.openxmlformats.org/drawingml/2006/main">
            <a:off x="4381500" y="3152775"/>
            <a:ext cx="5143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9" name="slide-11-write-2-box">
            <a:extLst xmlns:a="http://schemas.openxmlformats.org/drawingml/2006/main">
              <a:ext uri="{FF2B5EF4-FFF2-40B4-BE49-F238E27FC236}">
                <a16:creationId xmlns:a16="http://schemas.microsoft.com/office/drawing/2014/main" id="{701DE7A5-6D6A-466A-9844-5F43CB9BE776}"/>
              </a:ext>
            </a:extLst>
          </p:cNvPr>
          <p:cNvSpPr>
            <a:spLocks xmlns:a="http://schemas.openxmlformats.org/drawingml/2006/main" noGrp="1"/>
          </p:cNvSpPr>
          <p:nvPr/>
        </p:nvSpPr>
        <p:spPr>
          <a:xfrm xmlns:a="http://schemas.openxmlformats.org/drawingml/2006/main">
            <a:off x="50482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10" name="slide-11-write-2-title">
            <a:extLst xmlns:a="http://schemas.openxmlformats.org/drawingml/2006/main">
              <a:ext uri="{FF2B5EF4-FFF2-40B4-BE49-F238E27FC236}">
                <a16:creationId xmlns:a16="http://schemas.microsoft.com/office/drawing/2014/main" id="{4853B42F-C953-4A80-9F59-324839AB9A41}"/>
              </a:ext>
            </a:extLst>
          </p:cNvPr>
          <p:cNvSpPr>
            <a:spLocks xmlns:a="http://schemas.openxmlformats.org/drawingml/2006/main" noGrp="1"/>
          </p:cNvSpPr>
          <p:nvPr/>
        </p:nvSpPr>
        <p:spPr>
          <a:xfrm xmlns:a="http://schemas.openxmlformats.org/drawingml/2006/main">
            <a:off x="51816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Staff phone form</a:t>
            </a:r>
          </a:p>
        </p:txBody>
      </p:sp>
      <p:sp>
        <p:nvSpPr>
          <p:cNvPr id="11" name="slide-11-write-2-body">
            <a:extLst xmlns:a="http://schemas.openxmlformats.org/drawingml/2006/main">
              <a:ext uri="{FF2B5EF4-FFF2-40B4-BE49-F238E27FC236}">
                <a16:creationId xmlns:a16="http://schemas.microsoft.com/office/drawing/2014/main" id="{973BCE8A-F0C3-434D-9887-72750AA56EEF}"/>
              </a:ext>
            </a:extLst>
          </p:cNvPr>
          <p:cNvSpPr>
            <a:spLocks xmlns:a="http://schemas.openxmlformats.org/drawingml/2006/main" noGrp="1"/>
          </p:cNvSpPr>
          <p:nvPr/>
        </p:nvSpPr>
        <p:spPr>
          <a:xfrm xmlns:a="http://schemas.openxmlformats.org/drawingml/2006/main">
            <a:off x="52006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Enter, edit and review the note</a:t>
            </a:r>
          </a:p>
        </p:txBody>
      </p:sp>
      <p:sp>
        <p:nvSpPr>
          <p:cNvPr id="12" name="slide-11-write-arrow-2">
            <a:extLst xmlns:a="http://schemas.openxmlformats.org/drawingml/2006/main">
              <a:ext uri="{FF2B5EF4-FFF2-40B4-BE49-F238E27FC236}">
                <a16:creationId xmlns:a16="http://schemas.microsoft.com/office/drawing/2014/main" id="{FEF7E9A1-34E8-49CF-81EF-92EFBE834632}"/>
              </a:ext>
            </a:extLst>
          </p:cNvPr>
          <p:cNvSpPr>
            <a:spLocks xmlns:a="http://schemas.openxmlformats.org/drawingml/2006/main" noGrp="1"/>
          </p:cNvSpPr>
          <p:nvPr/>
        </p:nvSpPr>
        <p:spPr>
          <a:xfrm xmlns:a="http://schemas.openxmlformats.org/drawingml/2006/main">
            <a:off x="8382000" y="3152775"/>
            <a:ext cx="5143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3" name="slide-11-write-3-box">
            <a:extLst xmlns:a="http://schemas.openxmlformats.org/drawingml/2006/main">
              <a:ext uri="{FF2B5EF4-FFF2-40B4-BE49-F238E27FC236}">
                <a16:creationId xmlns:a16="http://schemas.microsoft.com/office/drawing/2014/main" id="{12478B3C-A838-44EF-A05D-D383818982B2}"/>
              </a:ext>
            </a:extLst>
          </p:cNvPr>
          <p:cNvSpPr>
            <a:spLocks xmlns:a="http://schemas.openxmlformats.org/drawingml/2006/main" noGrp="1"/>
          </p:cNvSpPr>
          <p:nvPr/>
        </p:nvSpPr>
        <p:spPr>
          <a:xfrm xmlns:a="http://schemas.openxmlformats.org/drawingml/2006/main">
            <a:off x="90487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14" name="slide-11-write-3-title">
            <a:extLst xmlns:a="http://schemas.openxmlformats.org/drawingml/2006/main">
              <a:ext uri="{FF2B5EF4-FFF2-40B4-BE49-F238E27FC236}">
                <a16:creationId xmlns:a16="http://schemas.microsoft.com/office/drawing/2014/main" id="{DF8B10F3-2A43-4765-BDD7-F6747DF43A5B}"/>
              </a:ext>
            </a:extLst>
          </p:cNvPr>
          <p:cNvSpPr>
            <a:spLocks xmlns:a="http://schemas.openxmlformats.org/drawingml/2006/main" noGrp="1"/>
          </p:cNvSpPr>
          <p:nvPr/>
        </p:nvSpPr>
        <p:spPr>
          <a:xfrm xmlns:a="http://schemas.openxmlformats.org/drawingml/2006/main">
            <a:off x="91821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Confirm guest and stay</a:t>
            </a:r>
          </a:p>
        </p:txBody>
      </p:sp>
      <p:sp>
        <p:nvSpPr>
          <p:cNvPr id="15" name="slide-11-write-3-body">
            <a:extLst xmlns:a="http://schemas.openxmlformats.org/drawingml/2006/main">
              <a:ext uri="{FF2B5EF4-FFF2-40B4-BE49-F238E27FC236}">
                <a16:creationId xmlns:a16="http://schemas.microsoft.com/office/drawing/2014/main" id="{F1819D90-50AE-4BE2-A773-CE5C87FA8A0C}"/>
              </a:ext>
            </a:extLst>
          </p:cNvPr>
          <p:cNvSpPr>
            <a:spLocks xmlns:a="http://schemas.openxmlformats.org/drawingml/2006/main" noGrp="1"/>
          </p:cNvSpPr>
          <p:nvPr/>
        </p:nvSpPr>
        <p:spPr>
          <a:xfrm xmlns:a="http://schemas.openxmlformats.org/drawingml/2006/main">
            <a:off x="92011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Keep source, time and expiry</a:t>
            </a:r>
          </a:p>
        </p:txBody>
      </p:sp>
      <p:sp>
        <p:nvSpPr>
          <p:cNvPr id="16" name="slide-11-write-arrow-3">
            <a:extLst xmlns:a="http://schemas.openxmlformats.org/drawingml/2006/main">
              <a:ext uri="{FF2B5EF4-FFF2-40B4-BE49-F238E27FC236}">
                <a16:creationId xmlns:a16="http://schemas.microsoft.com/office/drawing/2014/main" id="{E913F549-1C71-48C5-849E-85BA32F823C5}"/>
              </a:ext>
            </a:extLst>
          </p:cNvPr>
          <p:cNvSpPr>
            <a:spLocks xmlns:a="http://schemas.openxmlformats.org/drawingml/2006/main" noGrp="1"/>
          </p:cNvSpPr>
          <p:nvPr/>
        </p:nvSpPr>
        <p:spPr>
          <a:xfrm xmlns:a="http://schemas.openxmlformats.org/drawingml/2006/main">
            <a:off x="12382500" y="3152775"/>
            <a:ext cx="5143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17" name="slide-11-write-4-box">
            <a:extLst xmlns:a="http://schemas.openxmlformats.org/drawingml/2006/main">
              <a:ext uri="{FF2B5EF4-FFF2-40B4-BE49-F238E27FC236}">
                <a16:creationId xmlns:a16="http://schemas.microsoft.com/office/drawing/2014/main" id="{0EFBA802-5D7E-4E61-9F87-9285EA3F81E0}"/>
              </a:ext>
            </a:extLst>
          </p:cNvPr>
          <p:cNvSpPr>
            <a:spLocks xmlns:a="http://schemas.openxmlformats.org/drawingml/2006/main" noGrp="1"/>
          </p:cNvSpPr>
          <p:nvPr/>
        </p:nvSpPr>
        <p:spPr>
          <a:xfrm xmlns:a="http://schemas.openxmlformats.org/drawingml/2006/main">
            <a:off x="13049250" y="2714625"/>
            <a:ext cx="3143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B9892A"/>
            </a:solidFill>
            <a:prstDash val="solid"/>
          </a:ln>
        </p:spPr>
      </p:sp>
      <p:sp>
        <p:nvSpPr>
          <p:cNvPr id="18" name="slide-11-write-4-title">
            <a:extLst xmlns:a="http://schemas.openxmlformats.org/drawingml/2006/main">
              <a:ext uri="{FF2B5EF4-FFF2-40B4-BE49-F238E27FC236}">
                <a16:creationId xmlns:a16="http://schemas.microsoft.com/office/drawing/2014/main" id="{4E9D75D6-C365-44B7-9A22-DC0A538619F3}"/>
              </a:ext>
            </a:extLst>
          </p:cNvPr>
          <p:cNvSpPr>
            <a:spLocks xmlns:a="http://schemas.openxmlformats.org/drawingml/2006/main" noGrp="1"/>
          </p:cNvSpPr>
          <p:nvPr/>
        </p:nvSpPr>
        <p:spPr>
          <a:xfrm xmlns:a="http://schemas.openxmlformats.org/drawingml/2006/main">
            <a:off x="13182600" y="280987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81580D"/>
                </a:solidFill>
                <a:latin typeface="Helvetica Neue"/>
                <a:ea typeface="Helvetica Neue"/>
                <a:cs typeface="Helvetica Neue"/>
              </a:defRPr>
            </a:defPPr>
            <a:lvl1pPr algn="ctr">
              <a:defRPr sz="1575" b="1">
                <a:solidFill>
                  <a:srgbClr val="81580D"/>
                </a:solidFill>
                <a:latin typeface="Helvetica Neue"/>
                <a:ea typeface="Helvetica Neue"/>
                <a:cs typeface="Helvetica Neue"/>
              </a:defRPr>
            </a:lvl1pPr>
            <a:lvl2pPr algn="ctr">
              <a:defRPr sz="1575" b="1">
                <a:solidFill>
                  <a:srgbClr val="81580D"/>
                </a:solidFill>
                <a:latin typeface="Helvetica Neue"/>
                <a:ea typeface="Helvetica Neue"/>
                <a:cs typeface="Helvetica Neue"/>
              </a:defRPr>
            </a:lvl2pPr>
            <a:lvl3pPr algn="ctr">
              <a:defRPr sz="1575" b="1">
                <a:solidFill>
                  <a:srgbClr val="81580D"/>
                </a:solidFill>
                <a:latin typeface="Helvetica Neue"/>
                <a:ea typeface="Helvetica Neue"/>
                <a:cs typeface="Helvetica Neue"/>
              </a:defRPr>
            </a:lvl3pPr>
            <a:lvl4pPr algn="ctr">
              <a:defRPr sz="1575" b="1">
                <a:solidFill>
                  <a:srgbClr val="81580D"/>
                </a:solidFill>
                <a:latin typeface="Helvetica Neue"/>
                <a:ea typeface="Helvetica Neue"/>
                <a:cs typeface="Helvetica Neue"/>
              </a:defRPr>
            </a:lvl4pPr>
            <a:lvl5pPr algn="ctr">
              <a:defRPr sz="1575" b="1">
                <a:solidFill>
                  <a:srgbClr val="81580D"/>
                </a:solidFill>
                <a:latin typeface="Helvetica Neue"/>
                <a:ea typeface="Helvetica Neue"/>
                <a:cs typeface="Helvetica Neue"/>
              </a:defRPr>
            </a:lvl5pPr>
            <a:lvl6pPr algn="ctr">
              <a:defRPr sz="1575" b="1">
                <a:solidFill>
                  <a:srgbClr val="81580D"/>
                </a:solidFill>
                <a:latin typeface="Helvetica Neue"/>
                <a:ea typeface="Helvetica Neue"/>
                <a:cs typeface="Helvetica Neue"/>
              </a:defRPr>
            </a:lvl6pPr>
            <a:lvl7pPr algn="ctr">
              <a:defRPr sz="1575" b="1">
                <a:solidFill>
                  <a:srgbClr val="81580D"/>
                </a:solidFill>
                <a:latin typeface="Helvetica Neue"/>
                <a:ea typeface="Helvetica Neue"/>
                <a:cs typeface="Helvetica Neue"/>
              </a:defRPr>
            </a:lvl7pPr>
            <a:lvl8pPr algn="ctr">
              <a:defRPr sz="1575" b="1">
                <a:solidFill>
                  <a:srgbClr val="81580D"/>
                </a:solidFill>
                <a:latin typeface="Helvetica Neue"/>
                <a:ea typeface="Helvetica Neue"/>
                <a:cs typeface="Helvetica Neue"/>
              </a:defRPr>
            </a:lvl8pPr>
            <a:lvl9pPr algn="ctr">
              <a:defRPr sz="1575" b="1">
                <a:solidFill>
                  <a:srgbClr val="81580D"/>
                </a:solidFill>
                <a:latin typeface="Helvetica Neue"/>
                <a:ea typeface="Helvetica Neue"/>
                <a:cs typeface="Helvetica Neue"/>
              </a:defRPr>
            </a:lvl9pPr>
          </a:lstStyle>
          <a:p xmlns:a="http://schemas.openxmlformats.org/drawingml/2006/main">
            <a:pPr algn="ctr">
              <a:defRPr sz="1575" b="1">
                <a:solidFill>
                  <a:srgbClr val="81580D"/>
                </a:solidFill>
                <a:latin typeface="Helvetica Neue"/>
                <a:ea typeface="Helvetica Neue"/>
                <a:cs typeface="Helvetica Neue"/>
              </a:defRPr>
            </a:pPr>
            <a:r>
              <a:rPr sz="1575" b="1">
                <a:solidFill>
                  <a:srgbClr val="81580D"/>
                </a:solidFill>
                <a:latin typeface="Helvetica Neue"/>
                <a:ea typeface="Helvetica Neue"/>
                <a:cs typeface="Helvetica Neue"/>
              </a:rPr>
              <a:t>mock-hotel profile API</a:t>
            </a:r>
          </a:p>
        </p:txBody>
      </p:sp>
      <p:sp>
        <p:nvSpPr>
          <p:cNvPr id="19" name="slide-11-write-4-body">
            <a:extLst xmlns:a="http://schemas.openxmlformats.org/drawingml/2006/main">
              <a:ext uri="{FF2B5EF4-FFF2-40B4-BE49-F238E27FC236}">
                <a16:creationId xmlns:a16="http://schemas.microsoft.com/office/drawing/2014/main" id="{3496C81F-A7AA-47DF-A045-D48A013D6B0C}"/>
              </a:ext>
            </a:extLst>
          </p:cNvPr>
          <p:cNvSpPr>
            <a:spLocks xmlns:a="http://schemas.openxmlformats.org/drawingml/2006/main" noGrp="1"/>
          </p:cNvSpPr>
          <p:nvPr/>
        </p:nvSpPr>
        <p:spPr>
          <a:xfrm xmlns:a="http://schemas.openxmlformats.org/drawingml/2006/main">
            <a:off x="13201650" y="3171825"/>
            <a:ext cx="2838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SQLite: synthetic profile + stay note</a:t>
            </a:r>
          </a:p>
        </p:txBody>
      </p:sp>
      <p:sp>
        <p:nvSpPr>
          <p:cNvPr id="20" name="slide-11-write-status">
            <a:extLst xmlns:a="http://schemas.openxmlformats.org/drawingml/2006/main">
              <a:ext uri="{FF2B5EF4-FFF2-40B4-BE49-F238E27FC236}">
                <a16:creationId xmlns:a16="http://schemas.microsoft.com/office/drawing/2014/main" id="{1523C00C-BF69-47C8-B31D-AB0EDED92964}"/>
              </a:ext>
            </a:extLst>
          </p:cNvPr>
          <p:cNvSpPr>
            <a:spLocks xmlns:a="http://schemas.openxmlformats.org/drawingml/2006/main" noGrp="1"/>
          </p:cNvSpPr>
          <p:nvPr/>
        </p:nvSpPr>
        <p:spPr>
          <a:xfrm xmlns:a="http://schemas.openxmlformats.org/drawingml/2006/main">
            <a:off x="1143000" y="3857625"/>
            <a:ext cx="15049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765817"/>
                </a:solidFill>
                <a:latin typeface="Helvetica Neue"/>
                <a:ea typeface="Helvetica Neue"/>
                <a:cs typeface="Helvetica Neue"/>
              </a:defRPr>
            </a:defPPr>
            <a:lvl1pPr algn="ctr">
              <a:defRPr sz="1275">
                <a:solidFill>
                  <a:srgbClr val="765817"/>
                </a:solidFill>
                <a:latin typeface="Helvetica Neue"/>
                <a:ea typeface="Helvetica Neue"/>
                <a:cs typeface="Helvetica Neue"/>
              </a:defRPr>
            </a:lvl1pPr>
            <a:lvl2pPr algn="ctr">
              <a:defRPr sz="1275">
                <a:solidFill>
                  <a:srgbClr val="765817"/>
                </a:solidFill>
                <a:latin typeface="Helvetica Neue"/>
                <a:ea typeface="Helvetica Neue"/>
                <a:cs typeface="Helvetica Neue"/>
              </a:defRPr>
            </a:lvl2pPr>
            <a:lvl3pPr algn="ctr">
              <a:defRPr sz="1275">
                <a:solidFill>
                  <a:srgbClr val="765817"/>
                </a:solidFill>
                <a:latin typeface="Helvetica Neue"/>
                <a:ea typeface="Helvetica Neue"/>
                <a:cs typeface="Helvetica Neue"/>
              </a:defRPr>
            </a:lvl3pPr>
            <a:lvl4pPr algn="ctr">
              <a:defRPr sz="1275">
                <a:solidFill>
                  <a:srgbClr val="765817"/>
                </a:solidFill>
                <a:latin typeface="Helvetica Neue"/>
                <a:ea typeface="Helvetica Neue"/>
                <a:cs typeface="Helvetica Neue"/>
              </a:defRPr>
            </a:lvl4pPr>
            <a:lvl5pPr algn="ctr">
              <a:defRPr sz="1275">
                <a:solidFill>
                  <a:srgbClr val="765817"/>
                </a:solidFill>
                <a:latin typeface="Helvetica Neue"/>
                <a:ea typeface="Helvetica Neue"/>
                <a:cs typeface="Helvetica Neue"/>
              </a:defRPr>
            </a:lvl5pPr>
            <a:lvl6pPr algn="ctr">
              <a:defRPr sz="1275">
                <a:solidFill>
                  <a:srgbClr val="765817"/>
                </a:solidFill>
                <a:latin typeface="Helvetica Neue"/>
                <a:ea typeface="Helvetica Neue"/>
                <a:cs typeface="Helvetica Neue"/>
              </a:defRPr>
            </a:lvl6pPr>
            <a:lvl7pPr algn="ctr">
              <a:defRPr sz="1275">
                <a:solidFill>
                  <a:srgbClr val="765817"/>
                </a:solidFill>
                <a:latin typeface="Helvetica Neue"/>
                <a:ea typeface="Helvetica Neue"/>
                <a:cs typeface="Helvetica Neue"/>
              </a:defRPr>
            </a:lvl7pPr>
            <a:lvl8pPr algn="ctr">
              <a:defRPr sz="1275">
                <a:solidFill>
                  <a:srgbClr val="765817"/>
                </a:solidFill>
                <a:latin typeface="Helvetica Neue"/>
                <a:ea typeface="Helvetica Neue"/>
                <a:cs typeface="Helvetica Neue"/>
              </a:defRPr>
            </a:lvl8pPr>
            <a:lvl9pPr algn="ctr">
              <a:defRPr sz="1275">
                <a:solidFill>
                  <a:srgbClr val="765817"/>
                </a:solidFill>
                <a:latin typeface="Helvetica Neue"/>
                <a:ea typeface="Helvetica Neue"/>
                <a:cs typeface="Helvetica Neue"/>
              </a:defRPr>
            </a:lvl9pPr>
          </a:lstStyle>
          <a:p xmlns:a="http://schemas.openxmlformats.org/drawingml/2006/main">
            <a:pPr algn="ctr">
              <a:defRPr sz="1275">
                <a:solidFill>
                  <a:srgbClr val="765817"/>
                </a:solidFill>
                <a:latin typeface="Helvetica Neue"/>
                <a:ea typeface="Helvetica Neue"/>
                <a:cs typeface="Helvetica Neue"/>
              </a:defRPr>
            </a:pPr>
            <a:r>
              <a:rPr sz="1275">
                <a:solidFill>
                  <a:srgbClr val="765817"/>
                </a:solidFill>
                <a:latin typeface="Helvetica Neue"/>
                <a:ea typeface="Helvetica Neue"/>
                <a:cs typeface="Helvetica Neue"/>
              </a:rPr>
              <a:t>Staff saves only after checking the wording and its guest/stay link.</a:t>
            </a:r>
          </a:p>
        </p:txBody>
      </p:sp>
      <p:sp>
        <p:nvSpPr>
          <p:cNvPr id="21" name="slide-11-read-lane">
            <a:extLst xmlns:a="http://schemas.openxmlformats.org/drawingml/2006/main">
              <a:ext uri="{FF2B5EF4-FFF2-40B4-BE49-F238E27FC236}">
                <a16:creationId xmlns:a16="http://schemas.microsoft.com/office/drawing/2014/main" id="{AEE92E8A-BCAC-404E-8701-6BDBE907E968}"/>
              </a:ext>
            </a:extLst>
          </p:cNvPr>
          <p:cNvSpPr>
            <a:spLocks xmlns:a="http://schemas.openxmlformats.org/drawingml/2006/main" noGrp="1"/>
          </p:cNvSpPr>
          <p:nvPr/>
        </p:nvSpPr>
        <p:spPr>
          <a:xfrm xmlns:a="http://schemas.openxmlformats.org/drawingml/2006/main">
            <a:off x="857250" y="4381500"/>
            <a:ext cx="16573500" cy="4048125"/>
          </a:xfrm>
          <a:prstGeom xmlns:a="http://schemas.openxmlformats.org/drawingml/2006/main" prst="roundRect">
            <a:avLst>
              <a:gd name="adj" fmla="val 1882"/>
            </a:avLst>
          </a:prstGeom>
          <a:solidFill xmlns:a="http://schemas.openxmlformats.org/drawingml/2006/main">
            <a:srgbClr val="FFFFFF"/>
          </a:solidFill>
          <a:ln xmlns:a="http://schemas.openxmlformats.org/drawingml/2006/main" w="19050">
            <a:solidFill>
              <a:srgbClr val="D7DDE7"/>
            </a:solidFill>
            <a:prstDash val="solid"/>
          </a:ln>
        </p:spPr>
      </p:sp>
      <p:sp>
        <p:nvSpPr>
          <p:cNvPr id="22" name="slide-11-read-label">
            <a:extLst xmlns:a="http://schemas.openxmlformats.org/drawingml/2006/main">
              <a:ext uri="{FF2B5EF4-FFF2-40B4-BE49-F238E27FC236}">
                <a16:creationId xmlns:a16="http://schemas.microsoft.com/office/drawing/2014/main" id="{B0B7262B-73F7-4370-9A7C-7C2711535B13}"/>
              </a:ext>
            </a:extLst>
          </p:cNvPr>
          <p:cNvSpPr>
            <a:spLocks xmlns:a="http://schemas.openxmlformats.org/drawingml/2006/main" noGrp="1"/>
          </p:cNvSpPr>
          <p:nvPr/>
        </p:nvSpPr>
        <p:spPr>
          <a:xfrm xmlns:a="http://schemas.openxmlformats.org/drawingml/2006/main">
            <a:off x="1143000" y="4524375"/>
            <a:ext cx="1476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2453A6"/>
                </a:solidFill>
                <a:latin typeface="Helvetica Neue"/>
                <a:ea typeface="Helvetica Neue"/>
                <a:cs typeface="Helvetica Neue"/>
              </a:defRPr>
            </a:defPPr>
            <a:lvl1pPr algn="l">
              <a:defRPr sz="1800" b="1">
                <a:solidFill>
                  <a:srgbClr val="2453A6"/>
                </a:solidFill>
                <a:latin typeface="Helvetica Neue"/>
                <a:ea typeface="Helvetica Neue"/>
                <a:cs typeface="Helvetica Neue"/>
              </a:defRPr>
            </a:lvl1pPr>
            <a:lvl2pPr algn="l">
              <a:defRPr sz="1800" b="1">
                <a:solidFill>
                  <a:srgbClr val="2453A6"/>
                </a:solidFill>
                <a:latin typeface="Helvetica Neue"/>
                <a:ea typeface="Helvetica Neue"/>
                <a:cs typeface="Helvetica Neue"/>
              </a:defRPr>
            </a:lvl2pPr>
            <a:lvl3pPr algn="l">
              <a:defRPr sz="1800" b="1">
                <a:solidFill>
                  <a:srgbClr val="2453A6"/>
                </a:solidFill>
                <a:latin typeface="Helvetica Neue"/>
                <a:ea typeface="Helvetica Neue"/>
                <a:cs typeface="Helvetica Neue"/>
              </a:defRPr>
            </a:lvl3pPr>
            <a:lvl4pPr algn="l">
              <a:defRPr sz="1800" b="1">
                <a:solidFill>
                  <a:srgbClr val="2453A6"/>
                </a:solidFill>
                <a:latin typeface="Helvetica Neue"/>
                <a:ea typeface="Helvetica Neue"/>
                <a:cs typeface="Helvetica Neue"/>
              </a:defRPr>
            </a:lvl4pPr>
            <a:lvl5pPr algn="l">
              <a:defRPr sz="1800" b="1">
                <a:solidFill>
                  <a:srgbClr val="2453A6"/>
                </a:solidFill>
                <a:latin typeface="Helvetica Neue"/>
                <a:ea typeface="Helvetica Neue"/>
                <a:cs typeface="Helvetica Neue"/>
              </a:defRPr>
            </a:lvl5pPr>
            <a:lvl6pPr algn="l">
              <a:defRPr sz="1800" b="1">
                <a:solidFill>
                  <a:srgbClr val="2453A6"/>
                </a:solidFill>
                <a:latin typeface="Helvetica Neue"/>
                <a:ea typeface="Helvetica Neue"/>
                <a:cs typeface="Helvetica Neue"/>
              </a:defRPr>
            </a:lvl6pPr>
            <a:lvl7pPr algn="l">
              <a:defRPr sz="1800" b="1">
                <a:solidFill>
                  <a:srgbClr val="2453A6"/>
                </a:solidFill>
                <a:latin typeface="Helvetica Neue"/>
                <a:ea typeface="Helvetica Neue"/>
                <a:cs typeface="Helvetica Neue"/>
              </a:defRPr>
            </a:lvl7pPr>
            <a:lvl8pPr algn="l">
              <a:defRPr sz="1800" b="1">
                <a:solidFill>
                  <a:srgbClr val="2453A6"/>
                </a:solidFill>
                <a:latin typeface="Helvetica Neue"/>
                <a:ea typeface="Helvetica Neue"/>
                <a:cs typeface="Helvetica Neue"/>
              </a:defRPr>
            </a:lvl8pPr>
            <a:lvl9pPr algn="l">
              <a:defRPr sz="1800" b="1">
                <a:solidFill>
                  <a:srgbClr val="2453A6"/>
                </a:solidFill>
                <a:latin typeface="Helvetica Neue"/>
                <a:ea typeface="Helvetica Neue"/>
                <a:cs typeface="Helvetica Neue"/>
              </a:defRPr>
            </a:lvl9pPr>
          </a:lstStyle>
          <a:p xmlns:a="http://schemas.openxmlformats.org/drawingml/2006/main">
            <a:pPr algn="l">
              <a:defRPr sz="1800" b="1">
                <a:solidFill>
                  <a:srgbClr val="2453A6"/>
                </a:solidFill>
                <a:latin typeface="Helvetica Neue"/>
                <a:ea typeface="Helvetica Neue"/>
                <a:cs typeface="Helvetica Neue"/>
              </a:defRPr>
            </a:pPr>
            <a:r>
              <a:rPr sz="1800" b="1">
                <a:solidFill>
                  <a:srgbClr val="2453A6"/>
                </a:solidFill>
                <a:latin typeface="Helvetica Neue"/>
                <a:ea typeface="Helvetica Neue"/>
                <a:cs typeface="Helvetica Neue"/>
              </a:rPr>
              <a:t>LOUNGE READ PATH: proposed architecture with simulated main POC pieces</a:t>
            </a:r>
          </a:p>
        </p:txBody>
      </p:sp>
      <p:sp>
        <p:nvSpPr>
          <p:cNvPr id="23" name="slide-11-tap-lane-label">
            <a:extLst xmlns:a="http://schemas.openxmlformats.org/drawingml/2006/main">
              <a:ext uri="{FF2B5EF4-FFF2-40B4-BE49-F238E27FC236}">
                <a16:creationId xmlns:a16="http://schemas.microsoft.com/office/drawing/2014/main" id="{A1C4CC27-20C2-4542-BD3F-F7DD7FE6561D}"/>
              </a:ext>
            </a:extLst>
          </p:cNvPr>
          <p:cNvSpPr>
            <a:spLocks xmlns:a="http://schemas.openxmlformats.org/drawingml/2006/main" noGrp="1"/>
          </p:cNvSpPr>
          <p:nvPr/>
        </p:nvSpPr>
        <p:spPr>
          <a:xfrm xmlns:a="http://schemas.openxmlformats.org/drawingml/2006/main">
            <a:off x="1143000" y="498157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D6878"/>
                </a:solidFill>
                <a:latin typeface="Helvetica Neue"/>
                <a:ea typeface="Helvetica Neue"/>
                <a:cs typeface="Helvetica Neue"/>
              </a:defRPr>
            </a:defPPr>
            <a:lvl1pPr algn="l">
              <a:defRPr sz="1275" b="1">
                <a:solidFill>
                  <a:srgbClr val="5D6878"/>
                </a:solidFill>
                <a:latin typeface="Helvetica Neue"/>
                <a:ea typeface="Helvetica Neue"/>
                <a:cs typeface="Helvetica Neue"/>
              </a:defRPr>
            </a:lvl1pPr>
            <a:lvl2pPr algn="l">
              <a:defRPr sz="1275" b="1">
                <a:solidFill>
                  <a:srgbClr val="5D6878"/>
                </a:solidFill>
                <a:latin typeface="Helvetica Neue"/>
                <a:ea typeface="Helvetica Neue"/>
                <a:cs typeface="Helvetica Neue"/>
              </a:defRPr>
            </a:lvl2pPr>
            <a:lvl3pPr algn="l">
              <a:defRPr sz="1275" b="1">
                <a:solidFill>
                  <a:srgbClr val="5D6878"/>
                </a:solidFill>
                <a:latin typeface="Helvetica Neue"/>
                <a:ea typeface="Helvetica Neue"/>
                <a:cs typeface="Helvetica Neue"/>
              </a:defRPr>
            </a:lvl3pPr>
            <a:lvl4pPr algn="l">
              <a:defRPr sz="1275" b="1">
                <a:solidFill>
                  <a:srgbClr val="5D6878"/>
                </a:solidFill>
                <a:latin typeface="Helvetica Neue"/>
                <a:ea typeface="Helvetica Neue"/>
                <a:cs typeface="Helvetica Neue"/>
              </a:defRPr>
            </a:lvl4pPr>
            <a:lvl5pPr algn="l">
              <a:defRPr sz="1275" b="1">
                <a:solidFill>
                  <a:srgbClr val="5D6878"/>
                </a:solidFill>
                <a:latin typeface="Helvetica Neue"/>
                <a:ea typeface="Helvetica Neue"/>
                <a:cs typeface="Helvetica Neue"/>
              </a:defRPr>
            </a:lvl5pPr>
            <a:lvl6pPr algn="l">
              <a:defRPr sz="1275" b="1">
                <a:solidFill>
                  <a:srgbClr val="5D6878"/>
                </a:solidFill>
                <a:latin typeface="Helvetica Neue"/>
                <a:ea typeface="Helvetica Neue"/>
                <a:cs typeface="Helvetica Neue"/>
              </a:defRPr>
            </a:lvl6pPr>
            <a:lvl7pPr algn="l">
              <a:defRPr sz="1275" b="1">
                <a:solidFill>
                  <a:srgbClr val="5D6878"/>
                </a:solidFill>
                <a:latin typeface="Helvetica Neue"/>
                <a:ea typeface="Helvetica Neue"/>
                <a:cs typeface="Helvetica Neue"/>
              </a:defRPr>
            </a:lvl7pPr>
            <a:lvl8pPr algn="l">
              <a:defRPr sz="1275" b="1">
                <a:solidFill>
                  <a:srgbClr val="5D6878"/>
                </a:solidFill>
                <a:latin typeface="Helvetica Neue"/>
                <a:ea typeface="Helvetica Neue"/>
                <a:cs typeface="Helvetica Neue"/>
              </a:defRPr>
            </a:lvl8pPr>
            <a:lvl9pPr algn="l">
              <a:defRPr sz="1275" b="1">
                <a:solidFill>
                  <a:srgbClr val="5D6878"/>
                </a:solidFill>
                <a:latin typeface="Helvetica Neue"/>
                <a:ea typeface="Helvetica Neue"/>
                <a:cs typeface="Helvetica Neue"/>
              </a:defRPr>
            </a:lvl9pPr>
          </a:lstStyle>
          <a:p xmlns:a="http://schemas.openxmlformats.org/drawingml/2006/main">
            <a:pPr algn="l">
              <a:defRPr sz="1275" b="1">
                <a:solidFill>
                  <a:srgbClr val="5D6878"/>
                </a:solidFill>
                <a:latin typeface="Helvetica Neue"/>
                <a:ea typeface="Helvetica Neue"/>
                <a:cs typeface="Helvetica Neue"/>
              </a:defRPr>
            </a:pPr>
            <a:r>
              <a:rPr sz="1275" b="1">
                <a:solidFill>
                  <a:srgbClr val="5D6878"/>
                </a:solidFill>
                <a:latin typeface="Helvetica Neue"/>
                <a:ea typeface="Helvetica Neue"/>
                <a:cs typeface="Helvetica Neue"/>
              </a:rPr>
              <a:t>ENTRY + PROFILE CONTEXT</a:t>
            </a:r>
          </a:p>
        </p:txBody>
      </p:sp>
      <p:sp>
        <p:nvSpPr>
          <p:cNvPr id="24" name="slide-11-tap-reader-box">
            <a:extLst xmlns:a="http://schemas.openxmlformats.org/drawingml/2006/main">
              <a:ext uri="{FF2B5EF4-FFF2-40B4-BE49-F238E27FC236}">
                <a16:creationId xmlns:a16="http://schemas.microsoft.com/office/drawing/2014/main" id="{B44D3D31-C6B8-4994-B988-E57B526218C7}"/>
              </a:ext>
            </a:extLst>
          </p:cNvPr>
          <p:cNvSpPr>
            <a:spLocks xmlns:a="http://schemas.openxmlformats.org/drawingml/2006/main" noGrp="1"/>
          </p:cNvSpPr>
          <p:nvPr/>
        </p:nvSpPr>
        <p:spPr>
          <a:xfrm xmlns:a="http://schemas.openxmlformats.org/drawingml/2006/main">
            <a:off x="1143000" y="5286375"/>
            <a:ext cx="28575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88A6D7"/>
            </a:solidFill>
            <a:prstDash val="solid"/>
          </a:ln>
        </p:spPr>
      </p:sp>
      <p:sp>
        <p:nvSpPr>
          <p:cNvPr id="25" name="slide-11-tap-reader-title">
            <a:extLst xmlns:a="http://schemas.openxmlformats.org/drawingml/2006/main">
              <a:ext uri="{FF2B5EF4-FFF2-40B4-BE49-F238E27FC236}">
                <a16:creationId xmlns:a16="http://schemas.microsoft.com/office/drawing/2014/main" id="{880E6B25-C44D-4C10-9232-BB67E5B132D7}"/>
              </a:ext>
            </a:extLst>
          </p:cNvPr>
          <p:cNvSpPr>
            <a:spLocks xmlns:a="http://schemas.openxmlformats.org/drawingml/2006/main" noGrp="1"/>
          </p:cNvSpPr>
          <p:nvPr/>
        </p:nvSpPr>
        <p:spPr>
          <a:xfrm xmlns:a="http://schemas.openxmlformats.org/drawingml/2006/main">
            <a:off x="1276350" y="5381625"/>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Card reader</a:t>
            </a:r>
          </a:p>
        </p:txBody>
      </p:sp>
      <p:sp>
        <p:nvSpPr>
          <p:cNvPr id="26" name="slide-11-tap-reader-body">
            <a:extLst xmlns:a="http://schemas.openxmlformats.org/drawingml/2006/main">
              <a:ext uri="{FF2B5EF4-FFF2-40B4-BE49-F238E27FC236}">
                <a16:creationId xmlns:a16="http://schemas.microsoft.com/office/drawing/2014/main" id="{0196566D-08DF-41AB-B9C0-AC306ADA74D5}"/>
              </a:ext>
            </a:extLst>
          </p:cNvPr>
          <p:cNvSpPr>
            <a:spLocks xmlns:a="http://schemas.openxmlformats.org/drawingml/2006/main" noGrp="1"/>
          </p:cNvSpPr>
          <p:nvPr/>
        </p:nvSpPr>
        <p:spPr>
          <a:xfrm xmlns:a="http://schemas.openxmlformats.org/drawingml/2006/main">
            <a:off x="1295400" y="5743575"/>
            <a:ext cx="2552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Entry / exit event</a:t>
            </a:r>
          </a:p>
        </p:txBody>
      </p:sp>
      <p:sp>
        <p:nvSpPr>
          <p:cNvPr id="27" name="slide-11-control-box">
            <a:extLst xmlns:a="http://schemas.openxmlformats.org/drawingml/2006/main">
              <a:ext uri="{FF2B5EF4-FFF2-40B4-BE49-F238E27FC236}">
                <a16:creationId xmlns:a16="http://schemas.microsoft.com/office/drawing/2014/main" id="{D07AE7E2-AE18-47B2-9449-2D9712864FEF}"/>
              </a:ext>
            </a:extLst>
          </p:cNvPr>
          <p:cNvSpPr>
            <a:spLocks xmlns:a="http://schemas.openxmlformats.org/drawingml/2006/main" noGrp="1"/>
          </p:cNvSpPr>
          <p:nvPr/>
        </p:nvSpPr>
        <p:spPr>
          <a:xfrm xmlns:a="http://schemas.openxmlformats.org/drawingml/2006/main">
            <a:off x="5286375" y="5286375"/>
            <a:ext cx="41910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88A6D7"/>
            </a:solidFill>
            <a:prstDash val="solid"/>
          </a:ln>
        </p:spPr>
      </p:sp>
      <p:sp>
        <p:nvSpPr>
          <p:cNvPr id="28" name="slide-11-control-title">
            <a:extLst xmlns:a="http://schemas.openxmlformats.org/drawingml/2006/main">
              <a:ext uri="{FF2B5EF4-FFF2-40B4-BE49-F238E27FC236}">
                <a16:creationId xmlns:a16="http://schemas.microsoft.com/office/drawing/2014/main" id="{DBA9CB73-E289-45BE-AF24-30E73ED8071E}"/>
              </a:ext>
            </a:extLst>
          </p:cNvPr>
          <p:cNvSpPr>
            <a:spLocks xmlns:a="http://schemas.openxmlformats.org/drawingml/2006/main" noGrp="1"/>
          </p:cNvSpPr>
          <p:nvPr/>
        </p:nvSpPr>
        <p:spPr>
          <a:xfrm xmlns:a="http://schemas.openxmlformats.org/drawingml/2006/main">
            <a:off x="5419725" y="5381625"/>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lounge-control</a:t>
            </a:r>
          </a:p>
        </p:txBody>
      </p:sp>
      <p:sp>
        <p:nvSpPr>
          <p:cNvPr id="29" name="slide-11-control-body">
            <a:extLst xmlns:a="http://schemas.openxmlformats.org/drawingml/2006/main">
              <a:ext uri="{FF2B5EF4-FFF2-40B4-BE49-F238E27FC236}">
                <a16:creationId xmlns:a16="http://schemas.microsoft.com/office/drawing/2014/main" id="{7DC5BB80-8E91-4B5D-9342-B58B4C08FA1D}"/>
              </a:ext>
            </a:extLst>
          </p:cNvPr>
          <p:cNvSpPr>
            <a:spLocks xmlns:a="http://schemas.openxmlformats.org/drawingml/2006/main" noGrp="1"/>
          </p:cNvSpPr>
          <p:nvPr/>
        </p:nvSpPr>
        <p:spPr>
          <a:xfrm xmlns:a="http://schemas.openxmlformats.org/drawingml/2006/main">
            <a:off x="5438775" y="5743575"/>
            <a:ext cx="3886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Tap API · profile lookup · expiring active cohort</a:t>
            </a:r>
          </a:p>
        </p:txBody>
      </p:sp>
      <p:sp>
        <p:nvSpPr>
          <p:cNvPr id="30" name="slide-11-mock-profile-box">
            <a:extLst xmlns:a="http://schemas.openxmlformats.org/drawingml/2006/main">
              <a:ext uri="{FF2B5EF4-FFF2-40B4-BE49-F238E27FC236}">
                <a16:creationId xmlns:a16="http://schemas.microsoft.com/office/drawing/2014/main" id="{82881D78-18E2-4F3B-BACA-38D1224295F2}"/>
              </a:ext>
            </a:extLst>
          </p:cNvPr>
          <p:cNvSpPr>
            <a:spLocks xmlns:a="http://schemas.openxmlformats.org/drawingml/2006/main" noGrp="1"/>
          </p:cNvSpPr>
          <p:nvPr/>
        </p:nvSpPr>
        <p:spPr>
          <a:xfrm xmlns:a="http://schemas.openxmlformats.org/drawingml/2006/main">
            <a:off x="10763250" y="5286375"/>
            <a:ext cx="5334000" cy="952500"/>
          </a:xfrm>
          <a:prstGeom xmlns:a="http://schemas.openxmlformats.org/drawingml/2006/main" prst="roundRect">
            <a:avLst>
              <a:gd name="adj" fmla="val 8000"/>
            </a:avLst>
          </a:prstGeom>
          <a:solidFill xmlns:a="http://schemas.openxmlformats.org/drawingml/2006/main">
            <a:srgbClr val="F3F6FC"/>
          </a:solidFill>
          <a:ln xmlns:a="http://schemas.openxmlformats.org/drawingml/2006/main" w="19050">
            <a:solidFill>
              <a:srgbClr val="88A6D7"/>
            </a:solidFill>
            <a:prstDash val="solid"/>
          </a:ln>
        </p:spPr>
      </p:sp>
      <p:sp>
        <p:nvSpPr>
          <p:cNvPr id="31" name="slide-11-mock-profile-title">
            <a:extLst xmlns:a="http://schemas.openxmlformats.org/drawingml/2006/main">
              <a:ext uri="{FF2B5EF4-FFF2-40B4-BE49-F238E27FC236}">
                <a16:creationId xmlns:a16="http://schemas.microsoft.com/office/drawing/2014/main" id="{86B1328D-6413-46E7-850C-6755F7193AFC}"/>
              </a:ext>
            </a:extLst>
          </p:cNvPr>
          <p:cNvSpPr>
            <a:spLocks xmlns:a="http://schemas.openxmlformats.org/drawingml/2006/main" noGrp="1"/>
          </p:cNvSpPr>
          <p:nvPr/>
        </p:nvSpPr>
        <p:spPr>
          <a:xfrm xmlns:a="http://schemas.openxmlformats.org/drawingml/2006/main">
            <a:off x="10896600" y="5381625"/>
            <a:ext cx="506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mock-hotel API</a:t>
            </a:r>
          </a:p>
        </p:txBody>
      </p:sp>
      <p:sp>
        <p:nvSpPr>
          <p:cNvPr id="32" name="slide-11-mock-profile-body">
            <a:extLst xmlns:a="http://schemas.openxmlformats.org/drawingml/2006/main">
              <a:ext uri="{FF2B5EF4-FFF2-40B4-BE49-F238E27FC236}">
                <a16:creationId xmlns:a16="http://schemas.microsoft.com/office/drawing/2014/main" id="{33C435AA-85AB-49EC-8E4A-7FD9FE265AC7}"/>
              </a:ext>
            </a:extLst>
          </p:cNvPr>
          <p:cNvSpPr>
            <a:spLocks xmlns:a="http://schemas.openxmlformats.org/drawingml/2006/main" noGrp="1"/>
          </p:cNvSpPr>
          <p:nvPr/>
        </p:nvSpPr>
        <p:spPr>
          <a:xfrm xmlns:a="http://schemas.openxmlformats.org/drawingml/2006/main">
            <a:off x="10915650" y="5743575"/>
            <a:ext cx="5029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Synthetic profile + proposed stay-scoped note</a:t>
            </a:r>
          </a:p>
        </p:txBody>
      </p:sp>
      <p:sp>
        <p:nvSpPr>
          <p:cNvPr id="33" name="slide-11-tap-arrow-1">
            <a:extLst xmlns:a="http://schemas.openxmlformats.org/drawingml/2006/main">
              <a:ext uri="{FF2B5EF4-FFF2-40B4-BE49-F238E27FC236}">
                <a16:creationId xmlns:a16="http://schemas.microsoft.com/office/drawing/2014/main" id="{2979F276-7ADB-497D-9172-2B22B33BD2C6}"/>
              </a:ext>
            </a:extLst>
          </p:cNvPr>
          <p:cNvSpPr>
            <a:spLocks xmlns:a="http://schemas.openxmlformats.org/drawingml/2006/main" noGrp="1"/>
          </p:cNvSpPr>
          <p:nvPr/>
        </p:nvSpPr>
        <p:spPr>
          <a:xfrm xmlns:a="http://schemas.openxmlformats.org/drawingml/2006/main">
            <a:off x="4333875" y="5638800"/>
            <a:ext cx="66675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4" name="slide-11-tap-arrow-label">
            <a:extLst xmlns:a="http://schemas.openxmlformats.org/drawingml/2006/main">
              <a:ext uri="{FF2B5EF4-FFF2-40B4-BE49-F238E27FC236}">
                <a16:creationId xmlns:a16="http://schemas.microsoft.com/office/drawing/2014/main" id="{52C5D175-A45A-42B0-B9E1-E2FE846EF95F}"/>
              </a:ext>
            </a:extLst>
          </p:cNvPr>
          <p:cNvSpPr>
            <a:spLocks xmlns:a="http://schemas.openxmlformats.org/drawingml/2006/main" noGrp="1"/>
          </p:cNvSpPr>
          <p:nvPr/>
        </p:nvSpPr>
        <p:spPr>
          <a:xfrm xmlns:a="http://schemas.openxmlformats.org/drawingml/2006/main">
            <a:off x="4333875" y="538162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tap</a:t>
            </a:r>
          </a:p>
        </p:txBody>
      </p:sp>
      <p:sp>
        <p:nvSpPr>
          <p:cNvPr id="35" name="slide-11-profile-arrow">
            <a:extLst xmlns:a="http://schemas.openxmlformats.org/drawingml/2006/main">
              <a:ext uri="{FF2B5EF4-FFF2-40B4-BE49-F238E27FC236}">
                <a16:creationId xmlns:a16="http://schemas.microsoft.com/office/drawing/2014/main" id="{B3D67C0D-43A1-427C-84D5-6FDE37F2FA6B}"/>
              </a:ext>
            </a:extLst>
          </p:cNvPr>
          <p:cNvSpPr>
            <a:spLocks xmlns:a="http://schemas.openxmlformats.org/drawingml/2006/main" noGrp="1"/>
          </p:cNvSpPr>
          <p:nvPr/>
        </p:nvSpPr>
        <p:spPr>
          <a:xfrm xmlns:a="http://schemas.openxmlformats.org/drawingml/2006/main">
            <a:off x="9686925" y="5486400"/>
            <a:ext cx="7620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36" name="slide-11-profile-arrow-label">
            <a:extLst xmlns:a="http://schemas.openxmlformats.org/drawingml/2006/main">
              <a:ext uri="{FF2B5EF4-FFF2-40B4-BE49-F238E27FC236}">
                <a16:creationId xmlns:a16="http://schemas.microsoft.com/office/drawing/2014/main" id="{8A6ADDF5-AC97-4F1E-A4A9-96CCC6B83D4D}"/>
              </a:ext>
            </a:extLst>
          </p:cNvPr>
          <p:cNvSpPr>
            <a:spLocks xmlns:a="http://schemas.openxmlformats.org/drawingml/2006/main" noGrp="1"/>
          </p:cNvSpPr>
          <p:nvPr/>
        </p:nvSpPr>
        <p:spPr>
          <a:xfrm xmlns:a="http://schemas.openxmlformats.org/drawingml/2006/main">
            <a:off x="9525000" y="5238750"/>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profile read</a:t>
            </a:r>
          </a:p>
        </p:txBody>
      </p:sp>
      <p:sp>
        <p:nvSpPr>
          <p:cNvPr id="37" name="slide-11-frame-lane-label">
            <a:extLst xmlns:a="http://schemas.openxmlformats.org/drawingml/2006/main">
              <a:ext uri="{FF2B5EF4-FFF2-40B4-BE49-F238E27FC236}">
                <a16:creationId xmlns:a16="http://schemas.microsoft.com/office/drawing/2014/main" id="{4B7F132A-D7A6-4E3E-8B93-09895654A71D}"/>
              </a:ext>
            </a:extLst>
          </p:cNvPr>
          <p:cNvSpPr>
            <a:spLocks xmlns:a="http://schemas.openxmlformats.org/drawingml/2006/main" noGrp="1"/>
          </p:cNvSpPr>
          <p:nvPr/>
        </p:nvSpPr>
        <p:spPr>
          <a:xfrm xmlns:a="http://schemas.openxmlformats.org/drawingml/2006/main">
            <a:off x="1143000" y="6391275"/>
            <a:ext cx="476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D6878"/>
                </a:solidFill>
                <a:latin typeface="Helvetica Neue"/>
                <a:ea typeface="Helvetica Neue"/>
                <a:cs typeface="Helvetica Neue"/>
              </a:defRPr>
            </a:defPPr>
            <a:lvl1pPr algn="l">
              <a:defRPr sz="1275" b="1">
                <a:solidFill>
                  <a:srgbClr val="5D6878"/>
                </a:solidFill>
                <a:latin typeface="Helvetica Neue"/>
                <a:ea typeface="Helvetica Neue"/>
                <a:cs typeface="Helvetica Neue"/>
              </a:defRPr>
            </a:lvl1pPr>
            <a:lvl2pPr algn="l">
              <a:defRPr sz="1275" b="1">
                <a:solidFill>
                  <a:srgbClr val="5D6878"/>
                </a:solidFill>
                <a:latin typeface="Helvetica Neue"/>
                <a:ea typeface="Helvetica Neue"/>
                <a:cs typeface="Helvetica Neue"/>
              </a:defRPr>
            </a:lvl2pPr>
            <a:lvl3pPr algn="l">
              <a:defRPr sz="1275" b="1">
                <a:solidFill>
                  <a:srgbClr val="5D6878"/>
                </a:solidFill>
                <a:latin typeface="Helvetica Neue"/>
                <a:ea typeface="Helvetica Neue"/>
                <a:cs typeface="Helvetica Neue"/>
              </a:defRPr>
            </a:lvl3pPr>
            <a:lvl4pPr algn="l">
              <a:defRPr sz="1275" b="1">
                <a:solidFill>
                  <a:srgbClr val="5D6878"/>
                </a:solidFill>
                <a:latin typeface="Helvetica Neue"/>
                <a:ea typeface="Helvetica Neue"/>
                <a:cs typeface="Helvetica Neue"/>
              </a:defRPr>
            </a:lvl4pPr>
            <a:lvl5pPr algn="l">
              <a:defRPr sz="1275" b="1">
                <a:solidFill>
                  <a:srgbClr val="5D6878"/>
                </a:solidFill>
                <a:latin typeface="Helvetica Neue"/>
                <a:ea typeface="Helvetica Neue"/>
                <a:cs typeface="Helvetica Neue"/>
              </a:defRPr>
            </a:lvl5pPr>
            <a:lvl6pPr algn="l">
              <a:defRPr sz="1275" b="1">
                <a:solidFill>
                  <a:srgbClr val="5D6878"/>
                </a:solidFill>
                <a:latin typeface="Helvetica Neue"/>
                <a:ea typeface="Helvetica Neue"/>
                <a:cs typeface="Helvetica Neue"/>
              </a:defRPr>
            </a:lvl6pPr>
            <a:lvl7pPr algn="l">
              <a:defRPr sz="1275" b="1">
                <a:solidFill>
                  <a:srgbClr val="5D6878"/>
                </a:solidFill>
                <a:latin typeface="Helvetica Neue"/>
                <a:ea typeface="Helvetica Neue"/>
                <a:cs typeface="Helvetica Neue"/>
              </a:defRPr>
            </a:lvl7pPr>
            <a:lvl8pPr algn="l">
              <a:defRPr sz="1275" b="1">
                <a:solidFill>
                  <a:srgbClr val="5D6878"/>
                </a:solidFill>
                <a:latin typeface="Helvetica Neue"/>
                <a:ea typeface="Helvetica Neue"/>
                <a:cs typeface="Helvetica Neue"/>
              </a:defRPr>
            </a:lvl8pPr>
            <a:lvl9pPr algn="l">
              <a:defRPr sz="1275" b="1">
                <a:solidFill>
                  <a:srgbClr val="5D6878"/>
                </a:solidFill>
                <a:latin typeface="Helvetica Neue"/>
                <a:ea typeface="Helvetica Neue"/>
                <a:cs typeface="Helvetica Neue"/>
              </a:defRPr>
            </a:lvl9pPr>
          </a:lstStyle>
          <a:p xmlns:a="http://schemas.openxmlformats.org/drawingml/2006/main">
            <a:pPr algn="l">
              <a:defRPr sz="1275" b="1">
                <a:solidFill>
                  <a:srgbClr val="5D6878"/>
                </a:solidFill>
                <a:latin typeface="Helvetica Neue"/>
                <a:ea typeface="Helvetica Neue"/>
                <a:cs typeface="Helvetica Neue"/>
              </a:defRPr>
            </a:pPr>
            <a:r>
              <a:rPr sz="1275" b="1">
                <a:solidFill>
                  <a:srgbClr val="5D6878"/>
                </a:solidFill>
                <a:latin typeface="Helvetica Neue"/>
                <a:ea typeface="Helvetica Neue"/>
                <a:cs typeface="Helvetica Neue"/>
              </a:rPr>
              <a:t>CAMERA FRAMES + CUE</a:t>
            </a:r>
          </a:p>
        </p:txBody>
      </p:sp>
      <p:sp>
        <p:nvSpPr>
          <p:cNvPr id="38" name="slide-11-rv101-box">
            <a:extLst xmlns:a="http://schemas.openxmlformats.org/drawingml/2006/main">
              <a:ext uri="{FF2B5EF4-FFF2-40B4-BE49-F238E27FC236}">
                <a16:creationId xmlns:a16="http://schemas.microsoft.com/office/drawing/2014/main" id="{18D7C2C5-5868-4673-8E51-8745A6DCC646}"/>
              </a:ext>
            </a:extLst>
          </p:cNvPr>
          <p:cNvSpPr>
            <a:spLocks xmlns:a="http://schemas.openxmlformats.org/drawingml/2006/main" noGrp="1"/>
          </p:cNvSpPr>
          <p:nvPr/>
        </p:nvSpPr>
        <p:spPr>
          <a:xfrm xmlns:a="http://schemas.openxmlformats.org/drawingml/2006/main">
            <a:off x="1143000" y="6705600"/>
            <a:ext cx="2857500" cy="1066800"/>
          </a:xfrm>
          <a:prstGeom xmlns:a="http://schemas.openxmlformats.org/drawingml/2006/main" prst="roundRect">
            <a:avLst>
              <a:gd name="adj" fmla="val 7143"/>
            </a:avLst>
          </a:prstGeom>
          <a:solidFill xmlns:a="http://schemas.openxmlformats.org/drawingml/2006/main">
            <a:srgbClr val="F3F6FC"/>
          </a:solidFill>
          <a:ln xmlns:a="http://schemas.openxmlformats.org/drawingml/2006/main" w="19050">
            <a:solidFill>
              <a:srgbClr val="88A6D7"/>
            </a:solidFill>
            <a:prstDash val="solid"/>
          </a:ln>
        </p:spPr>
      </p:sp>
      <p:sp>
        <p:nvSpPr>
          <p:cNvPr id="39" name="slide-11-rv101-title">
            <a:extLst xmlns:a="http://schemas.openxmlformats.org/drawingml/2006/main">
              <a:ext uri="{FF2B5EF4-FFF2-40B4-BE49-F238E27FC236}">
                <a16:creationId xmlns:a16="http://schemas.microsoft.com/office/drawing/2014/main" id="{B367C221-5ED5-4168-950C-42AFA24B8CE8}"/>
              </a:ext>
            </a:extLst>
          </p:cNvPr>
          <p:cNvSpPr>
            <a:spLocks xmlns:a="http://schemas.openxmlformats.org/drawingml/2006/main" noGrp="1"/>
          </p:cNvSpPr>
          <p:nvPr/>
        </p:nvSpPr>
        <p:spPr>
          <a:xfrm xmlns:a="http://schemas.openxmlformats.org/drawingml/2006/main">
            <a:off x="1276350" y="680085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Rokid RV101</a:t>
            </a:r>
          </a:p>
        </p:txBody>
      </p:sp>
      <p:sp>
        <p:nvSpPr>
          <p:cNvPr id="40" name="slide-11-rv101-body">
            <a:extLst xmlns:a="http://schemas.openxmlformats.org/drawingml/2006/main">
              <a:ext uri="{FF2B5EF4-FFF2-40B4-BE49-F238E27FC236}">
                <a16:creationId xmlns:a16="http://schemas.microsoft.com/office/drawing/2014/main" id="{9E9D6BCF-0A90-45B6-A01E-FA4ACD1BE88D}"/>
              </a:ext>
            </a:extLst>
          </p:cNvPr>
          <p:cNvSpPr>
            <a:spLocks xmlns:a="http://schemas.openxmlformats.org/drawingml/2006/main" noGrp="1"/>
          </p:cNvSpPr>
          <p:nvPr/>
        </p:nvSpPr>
        <p:spPr>
          <a:xfrm xmlns:a="http://schemas.openxmlformats.org/drawingml/2006/main">
            <a:off x="1295400" y="7162800"/>
            <a:ext cx="2552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Camera input + lens display</a:t>
            </a:r>
          </a:p>
        </p:txBody>
      </p:sp>
      <p:sp>
        <p:nvSpPr>
          <p:cNvPr id="41" name="slide-11-android-box">
            <a:extLst xmlns:a="http://schemas.openxmlformats.org/drawingml/2006/main">
              <a:ext uri="{FF2B5EF4-FFF2-40B4-BE49-F238E27FC236}">
                <a16:creationId xmlns:a16="http://schemas.microsoft.com/office/drawing/2014/main" id="{60FCB245-E2F4-475C-BEE9-2038C0F03773}"/>
              </a:ext>
            </a:extLst>
          </p:cNvPr>
          <p:cNvSpPr>
            <a:spLocks xmlns:a="http://schemas.openxmlformats.org/drawingml/2006/main" noGrp="1"/>
          </p:cNvSpPr>
          <p:nvPr/>
        </p:nvSpPr>
        <p:spPr>
          <a:xfrm xmlns:a="http://schemas.openxmlformats.org/drawingml/2006/main">
            <a:off x="5286375" y="6705600"/>
            <a:ext cx="3238500" cy="1066800"/>
          </a:xfrm>
          <a:prstGeom xmlns:a="http://schemas.openxmlformats.org/drawingml/2006/main" prst="roundRect">
            <a:avLst>
              <a:gd name="adj" fmla="val 7143"/>
            </a:avLst>
          </a:prstGeom>
          <a:solidFill xmlns:a="http://schemas.openxmlformats.org/drawingml/2006/main">
            <a:srgbClr val="F3F6FC"/>
          </a:solidFill>
          <a:ln xmlns:a="http://schemas.openxmlformats.org/drawingml/2006/main" w="19050">
            <a:solidFill>
              <a:srgbClr val="88A6D7"/>
            </a:solidFill>
            <a:prstDash val="solid"/>
          </a:ln>
        </p:spPr>
      </p:sp>
      <p:sp>
        <p:nvSpPr>
          <p:cNvPr id="42" name="slide-11-android-title">
            <a:extLst xmlns:a="http://schemas.openxmlformats.org/drawingml/2006/main">
              <a:ext uri="{FF2B5EF4-FFF2-40B4-BE49-F238E27FC236}">
                <a16:creationId xmlns:a16="http://schemas.microsoft.com/office/drawing/2014/main" id="{F77E43CF-2ECD-4386-AE45-F4BD7D660A8A}"/>
              </a:ext>
            </a:extLst>
          </p:cNvPr>
          <p:cNvSpPr>
            <a:spLocks xmlns:a="http://schemas.openxmlformats.org/drawingml/2006/main" noGrp="1"/>
          </p:cNvSpPr>
          <p:nvPr/>
        </p:nvSpPr>
        <p:spPr>
          <a:xfrm xmlns:a="http://schemas.openxmlformats.org/drawingml/2006/main">
            <a:off x="5419725" y="68008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Android phone</a:t>
            </a:r>
          </a:p>
        </p:txBody>
      </p:sp>
      <p:sp>
        <p:nvSpPr>
          <p:cNvPr id="43" name="slide-11-android-body">
            <a:extLst xmlns:a="http://schemas.openxmlformats.org/drawingml/2006/main">
              <a:ext uri="{FF2B5EF4-FFF2-40B4-BE49-F238E27FC236}">
                <a16:creationId xmlns:a16="http://schemas.microsoft.com/office/drawing/2014/main" id="{256CCCDD-38C1-4CFE-8237-BB4D66CDC6FD}"/>
              </a:ext>
            </a:extLst>
          </p:cNvPr>
          <p:cNvSpPr>
            <a:spLocks xmlns:a="http://schemas.openxmlformats.org/drawingml/2006/main" noGrp="1"/>
          </p:cNvSpPr>
          <p:nvPr/>
        </p:nvSpPr>
        <p:spPr>
          <a:xfrm xmlns:a="http://schemas.openxmlformats.org/drawingml/2006/main">
            <a:off x="5438775" y="7162800"/>
            <a:ext cx="2933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Vendor SDK bridge · sampled frames</a:t>
            </a:r>
          </a:p>
        </p:txBody>
      </p:sp>
      <p:sp>
        <p:nvSpPr>
          <p:cNvPr id="44" name="slide-11-local-services-box">
            <a:extLst xmlns:a="http://schemas.openxmlformats.org/drawingml/2006/main">
              <a:ext uri="{FF2B5EF4-FFF2-40B4-BE49-F238E27FC236}">
                <a16:creationId xmlns:a16="http://schemas.microsoft.com/office/drawing/2014/main" id="{C49B7E9F-4D8C-41FB-B8C4-0E95F1631BA7}"/>
              </a:ext>
            </a:extLst>
          </p:cNvPr>
          <p:cNvSpPr>
            <a:spLocks xmlns:a="http://schemas.openxmlformats.org/drawingml/2006/main" noGrp="1"/>
          </p:cNvSpPr>
          <p:nvPr/>
        </p:nvSpPr>
        <p:spPr>
          <a:xfrm xmlns:a="http://schemas.openxmlformats.org/drawingml/2006/main">
            <a:off x="9763125" y="6705600"/>
            <a:ext cx="3619500" cy="1066800"/>
          </a:xfrm>
          <a:prstGeom xmlns:a="http://schemas.openxmlformats.org/drawingml/2006/main" prst="roundRect">
            <a:avLst>
              <a:gd name="adj" fmla="val 7143"/>
            </a:avLst>
          </a:prstGeom>
          <a:solidFill xmlns:a="http://schemas.openxmlformats.org/drawingml/2006/main">
            <a:srgbClr val="F3F6FC"/>
          </a:solidFill>
          <a:ln xmlns:a="http://schemas.openxmlformats.org/drawingml/2006/main" w="19050">
            <a:solidFill>
              <a:srgbClr val="88A6D7"/>
            </a:solidFill>
            <a:prstDash val="solid"/>
          </a:ln>
        </p:spPr>
      </p:sp>
      <p:sp>
        <p:nvSpPr>
          <p:cNvPr id="45" name="slide-11-local-services-title">
            <a:extLst xmlns:a="http://schemas.openxmlformats.org/drawingml/2006/main">
              <a:ext uri="{FF2B5EF4-FFF2-40B4-BE49-F238E27FC236}">
                <a16:creationId xmlns:a16="http://schemas.microsoft.com/office/drawing/2014/main" id="{C03C83D3-74BE-4727-812C-ED305A28423B}"/>
              </a:ext>
            </a:extLst>
          </p:cNvPr>
          <p:cNvSpPr>
            <a:spLocks xmlns:a="http://schemas.openxmlformats.org/drawingml/2006/main" noGrp="1"/>
          </p:cNvSpPr>
          <p:nvPr/>
        </p:nvSpPr>
        <p:spPr>
          <a:xfrm xmlns:a="http://schemas.openxmlformats.org/drawingml/2006/main">
            <a:off x="9896475" y="6800850"/>
            <a:ext cx="335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93F84"/>
                </a:solidFill>
                <a:latin typeface="Helvetica Neue"/>
                <a:ea typeface="Helvetica Neue"/>
                <a:cs typeface="Helvetica Neue"/>
              </a:defRPr>
            </a:defPPr>
            <a:lvl1pPr algn="ctr">
              <a:defRPr sz="1575" b="1">
                <a:solidFill>
                  <a:srgbClr val="193F84"/>
                </a:solidFill>
                <a:latin typeface="Helvetica Neue"/>
                <a:ea typeface="Helvetica Neue"/>
                <a:cs typeface="Helvetica Neue"/>
              </a:defRPr>
            </a:lvl1pPr>
            <a:lvl2pPr algn="ctr">
              <a:defRPr sz="1575" b="1">
                <a:solidFill>
                  <a:srgbClr val="193F84"/>
                </a:solidFill>
                <a:latin typeface="Helvetica Neue"/>
                <a:ea typeface="Helvetica Neue"/>
                <a:cs typeface="Helvetica Neue"/>
              </a:defRPr>
            </a:lvl2pPr>
            <a:lvl3pPr algn="ctr">
              <a:defRPr sz="1575" b="1">
                <a:solidFill>
                  <a:srgbClr val="193F84"/>
                </a:solidFill>
                <a:latin typeface="Helvetica Neue"/>
                <a:ea typeface="Helvetica Neue"/>
                <a:cs typeface="Helvetica Neue"/>
              </a:defRPr>
            </a:lvl3pPr>
            <a:lvl4pPr algn="ctr">
              <a:defRPr sz="1575" b="1">
                <a:solidFill>
                  <a:srgbClr val="193F84"/>
                </a:solidFill>
                <a:latin typeface="Helvetica Neue"/>
                <a:ea typeface="Helvetica Neue"/>
                <a:cs typeface="Helvetica Neue"/>
              </a:defRPr>
            </a:lvl4pPr>
            <a:lvl5pPr algn="ctr">
              <a:defRPr sz="1575" b="1">
                <a:solidFill>
                  <a:srgbClr val="193F84"/>
                </a:solidFill>
                <a:latin typeface="Helvetica Neue"/>
                <a:ea typeface="Helvetica Neue"/>
                <a:cs typeface="Helvetica Neue"/>
              </a:defRPr>
            </a:lvl5pPr>
            <a:lvl6pPr algn="ctr">
              <a:defRPr sz="1575" b="1">
                <a:solidFill>
                  <a:srgbClr val="193F84"/>
                </a:solidFill>
                <a:latin typeface="Helvetica Neue"/>
                <a:ea typeface="Helvetica Neue"/>
                <a:cs typeface="Helvetica Neue"/>
              </a:defRPr>
            </a:lvl6pPr>
            <a:lvl7pPr algn="ctr">
              <a:defRPr sz="1575" b="1">
                <a:solidFill>
                  <a:srgbClr val="193F84"/>
                </a:solidFill>
                <a:latin typeface="Helvetica Neue"/>
                <a:ea typeface="Helvetica Neue"/>
                <a:cs typeface="Helvetica Neue"/>
              </a:defRPr>
            </a:lvl7pPr>
            <a:lvl8pPr algn="ctr">
              <a:defRPr sz="1575" b="1">
                <a:solidFill>
                  <a:srgbClr val="193F84"/>
                </a:solidFill>
                <a:latin typeface="Helvetica Neue"/>
                <a:ea typeface="Helvetica Neue"/>
                <a:cs typeface="Helvetica Neue"/>
              </a:defRPr>
            </a:lvl8pPr>
            <a:lvl9pPr algn="ctr">
              <a:defRPr sz="1575" b="1">
                <a:solidFill>
                  <a:srgbClr val="193F84"/>
                </a:solidFill>
                <a:latin typeface="Helvetica Neue"/>
                <a:ea typeface="Helvetica Neue"/>
                <a:cs typeface="Helvetica Neue"/>
              </a:defRPr>
            </a:lvl9pPr>
          </a:lstStyle>
          <a:p xmlns:a="http://schemas.openxmlformats.org/drawingml/2006/main">
            <a:pPr algn="ctr">
              <a:defRPr sz="1575" b="1">
                <a:solidFill>
                  <a:srgbClr val="193F84"/>
                </a:solidFill>
                <a:latin typeface="Helvetica Neue"/>
                <a:ea typeface="Helvetica Neue"/>
                <a:cs typeface="Helvetica Neue"/>
              </a:defRPr>
            </a:pPr>
            <a:r>
              <a:rPr sz="1575" b="1">
                <a:solidFill>
                  <a:srgbClr val="193F84"/>
                </a:solidFill>
                <a:latin typeface="Helvetica Neue"/>
                <a:ea typeface="Helvetica Neue"/>
                <a:cs typeface="Helvetica Neue"/>
              </a:rPr>
              <a:t>Local laptop · Docker</a:t>
            </a:r>
          </a:p>
        </p:txBody>
      </p:sp>
      <p:sp>
        <p:nvSpPr>
          <p:cNvPr id="46" name="slide-11-local-services-body">
            <a:extLst xmlns:a="http://schemas.openxmlformats.org/drawingml/2006/main">
              <a:ext uri="{FF2B5EF4-FFF2-40B4-BE49-F238E27FC236}">
                <a16:creationId xmlns:a16="http://schemas.microsoft.com/office/drawing/2014/main" id="{DDF5C8F9-651F-45C8-9F4E-97D14EE0A725}"/>
              </a:ext>
            </a:extLst>
          </p:cNvPr>
          <p:cNvSpPr>
            <a:spLocks xmlns:a="http://schemas.openxmlformats.org/drawingml/2006/main" noGrp="1"/>
          </p:cNvSpPr>
          <p:nvPr/>
        </p:nvSpPr>
        <p:spPr>
          <a:xfrm xmlns:a="http://schemas.openxmlformats.org/drawingml/2006/main">
            <a:off x="9915525" y="7162800"/>
            <a:ext cx="3314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lounge-control + face-worker match only within active cohort</a:t>
            </a:r>
          </a:p>
        </p:txBody>
      </p:sp>
      <p:sp>
        <p:nvSpPr>
          <p:cNvPr id="47" name="slide-11-cue-box">
            <a:extLst xmlns:a="http://schemas.openxmlformats.org/drawingml/2006/main">
              <a:ext uri="{FF2B5EF4-FFF2-40B4-BE49-F238E27FC236}">
                <a16:creationId xmlns:a16="http://schemas.microsoft.com/office/drawing/2014/main" id="{CF7764A1-24FB-4568-BE73-2959C9F1EAC3}"/>
              </a:ext>
            </a:extLst>
          </p:cNvPr>
          <p:cNvSpPr>
            <a:spLocks xmlns:a="http://schemas.openxmlformats.org/drawingml/2006/main" noGrp="1"/>
          </p:cNvSpPr>
          <p:nvPr/>
        </p:nvSpPr>
        <p:spPr>
          <a:xfrm xmlns:a="http://schemas.openxmlformats.org/drawingml/2006/main">
            <a:off x="14430375" y="6705600"/>
            <a:ext cx="2381250" cy="1066800"/>
          </a:xfrm>
          <a:prstGeom xmlns:a="http://schemas.openxmlformats.org/drawingml/2006/main" prst="roundRect">
            <a:avLst>
              <a:gd name="adj" fmla="val 7143"/>
            </a:avLst>
          </a:prstGeom>
          <a:solidFill xmlns:a="http://schemas.openxmlformats.org/drawingml/2006/main">
            <a:srgbClr val="F5FBFA"/>
          </a:solidFill>
          <a:ln xmlns:a="http://schemas.openxmlformats.org/drawingml/2006/main" w="19050">
            <a:solidFill>
              <a:srgbClr val="65A7A3"/>
            </a:solidFill>
            <a:prstDash val="solid"/>
          </a:ln>
        </p:spPr>
      </p:sp>
      <p:sp>
        <p:nvSpPr>
          <p:cNvPr id="48" name="slide-11-cue-title">
            <a:extLst xmlns:a="http://schemas.openxmlformats.org/drawingml/2006/main">
              <a:ext uri="{FF2B5EF4-FFF2-40B4-BE49-F238E27FC236}">
                <a16:creationId xmlns:a16="http://schemas.microsoft.com/office/drawing/2014/main" id="{694F6ED2-EEA1-4988-ACCB-436009D9CB55}"/>
              </a:ext>
            </a:extLst>
          </p:cNvPr>
          <p:cNvSpPr>
            <a:spLocks xmlns:a="http://schemas.openxmlformats.org/drawingml/2006/main" noGrp="1"/>
          </p:cNvSpPr>
          <p:nvPr/>
        </p:nvSpPr>
        <p:spPr>
          <a:xfrm xmlns:a="http://schemas.openxmlformats.org/drawingml/2006/main">
            <a:off x="14563725" y="68008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24635F"/>
                </a:solidFill>
                <a:latin typeface="Helvetica Neue"/>
                <a:ea typeface="Helvetica Neue"/>
                <a:cs typeface="Helvetica Neue"/>
              </a:defRPr>
            </a:defPPr>
            <a:lvl1pPr algn="ctr">
              <a:defRPr sz="1575" b="1">
                <a:solidFill>
                  <a:srgbClr val="24635F"/>
                </a:solidFill>
                <a:latin typeface="Helvetica Neue"/>
                <a:ea typeface="Helvetica Neue"/>
                <a:cs typeface="Helvetica Neue"/>
              </a:defRPr>
            </a:lvl1pPr>
            <a:lvl2pPr algn="ctr">
              <a:defRPr sz="1575" b="1">
                <a:solidFill>
                  <a:srgbClr val="24635F"/>
                </a:solidFill>
                <a:latin typeface="Helvetica Neue"/>
                <a:ea typeface="Helvetica Neue"/>
                <a:cs typeface="Helvetica Neue"/>
              </a:defRPr>
            </a:lvl2pPr>
            <a:lvl3pPr algn="ctr">
              <a:defRPr sz="1575" b="1">
                <a:solidFill>
                  <a:srgbClr val="24635F"/>
                </a:solidFill>
                <a:latin typeface="Helvetica Neue"/>
                <a:ea typeface="Helvetica Neue"/>
                <a:cs typeface="Helvetica Neue"/>
              </a:defRPr>
            </a:lvl3pPr>
            <a:lvl4pPr algn="ctr">
              <a:defRPr sz="1575" b="1">
                <a:solidFill>
                  <a:srgbClr val="24635F"/>
                </a:solidFill>
                <a:latin typeface="Helvetica Neue"/>
                <a:ea typeface="Helvetica Neue"/>
                <a:cs typeface="Helvetica Neue"/>
              </a:defRPr>
            </a:lvl4pPr>
            <a:lvl5pPr algn="ctr">
              <a:defRPr sz="1575" b="1">
                <a:solidFill>
                  <a:srgbClr val="24635F"/>
                </a:solidFill>
                <a:latin typeface="Helvetica Neue"/>
                <a:ea typeface="Helvetica Neue"/>
                <a:cs typeface="Helvetica Neue"/>
              </a:defRPr>
            </a:lvl5pPr>
            <a:lvl6pPr algn="ctr">
              <a:defRPr sz="1575" b="1">
                <a:solidFill>
                  <a:srgbClr val="24635F"/>
                </a:solidFill>
                <a:latin typeface="Helvetica Neue"/>
                <a:ea typeface="Helvetica Neue"/>
                <a:cs typeface="Helvetica Neue"/>
              </a:defRPr>
            </a:lvl6pPr>
            <a:lvl7pPr algn="ctr">
              <a:defRPr sz="1575" b="1">
                <a:solidFill>
                  <a:srgbClr val="24635F"/>
                </a:solidFill>
                <a:latin typeface="Helvetica Neue"/>
                <a:ea typeface="Helvetica Neue"/>
                <a:cs typeface="Helvetica Neue"/>
              </a:defRPr>
            </a:lvl7pPr>
            <a:lvl8pPr algn="ctr">
              <a:defRPr sz="1575" b="1">
                <a:solidFill>
                  <a:srgbClr val="24635F"/>
                </a:solidFill>
                <a:latin typeface="Helvetica Neue"/>
                <a:ea typeface="Helvetica Neue"/>
                <a:cs typeface="Helvetica Neue"/>
              </a:defRPr>
            </a:lvl8pPr>
            <a:lvl9pPr algn="ctr">
              <a:defRPr sz="1575" b="1">
                <a:solidFill>
                  <a:srgbClr val="24635F"/>
                </a:solidFill>
                <a:latin typeface="Helvetica Neue"/>
                <a:ea typeface="Helvetica Neue"/>
                <a:cs typeface="Helvetica Neue"/>
              </a:defRPr>
            </a:lvl9pPr>
          </a:lstStyle>
          <a:p xmlns:a="http://schemas.openxmlformats.org/drawingml/2006/main">
            <a:pPr algn="ctr">
              <a:defRPr sz="1575" b="1">
                <a:solidFill>
                  <a:srgbClr val="24635F"/>
                </a:solidFill>
                <a:latin typeface="Helvetica Neue"/>
                <a:ea typeface="Helvetica Neue"/>
                <a:cs typeface="Helvetica Neue"/>
              </a:defRPr>
            </a:pPr>
            <a:r>
              <a:rPr sz="1575" b="1">
                <a:solidFill>
                  <a:srgbClr val="24635F"/>
                </a:solidFill>
                <a:latin typeface="Helvetica Neue"/>
                <a:ea typeface="Helvetica Neue"/>
                <a:cs typeface="Helvetica Neue"/>
              </a:rPr>
              <a:t>Glasses cue</a:t>
            </a:r>
          </a:p>
        </p:txBody>
      </p:sp>
      <p:sp>
        <p:nvSpPr>
          <p:cNvPr id="49" name="slide-11-cue-body">
            <a:extLst xmlns:a="http://schemas.openxmlformats.org/drawingml/2006/main">
              <a:ext uri="{FF2B5EF4-FFF2-40B4-BE49-F238E27FC236}">
                <a16:creationId xmlns:a16="http://schemas.microsoft.com/office/drawing/2014/main" id="{98EDF2EB-36A4-4C1E-8827-2DE7DA9229F5}"/>
              </a:ext>
            </a:extLst>
          </p:cNvPr>
          <p:cNvSpPr>
            <a:spLocks xmlns:a="http://schemas.openxmlformats.org/drawingml/2006/main" noGrp="1"/>
          </p:cNvSpPr>
          <p:nvPr/>
        </p:nvSpPr>
        <p:spPr>
          <a:xfrm xmlns:a="http://schemas.openxmlformats.org/drawingml/2006/main">
            <a:off x="14582775" y="7162800"/>
            <a:ext cx="20764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a:solidFill>
                  <a:srgbClr val="34465E"/>
                </a:solidFill>
                <a:latin typeface="Helvetica Neue"/>
                <a:ea typeface="Helvetica Neue"/>
                <a:cs typeface="Helvetica Neue"/>
              </a:defRPr>
            </a:defPPr>
            <a:lvl1pPr algn="ctr">
              <a:defRPr sz="1275">
                <a:solidFill>
                  <a:srgbClr val="34465E"/>
                </a:solidFill>
                <a:latin typeface="Helvetica Neue"/>
                <a:ea typeface="Helvetica Neue"/>
                <a:cs typeface="Helvetica Neue"/>
              </a:defRPr>
            </a:lvl1pPr>
            <a:lvl2pPr algn="ctr">
              <a:defRPr sz="1275">
                <a:solidFill>
                  <a:srgbClr val="34465E"/>
                </a:solidFill>
                <a:latin typeface="Helvetica Neue"/>
                <a:ea typeface="Helvetica Neue"/>
                <a:cs typeface="Helvetica Neue"/>
              </a:defRPr>
            </a:lvl2pPr>
            <a:lvl3pPr algn="ctr">
              <a:defRPr sz="1275">
                <a:solidFill>
                  <a:srgbClr val="34465E"/>
                </a:solidFill>
                <a:latin typeface="Helvetica Neue"/>
                <a:ea typeface="Helvetica Neue"/>
                <a:cs typeface="Helvetica Neue"/>
              </a:defRPr>
            </a:lvl3pPr>
            <a:lvl4pPr algn="ctr">
              <a:defRPr sz="1275">
                <a:solidFill>
                  <a:srgbClr val="34465E"/>
                </a:solidFill>
                <a:latin typeface="Helvetica Neue"/>
                <a:ea typeface="Helvetica Neue"/>
                <a:cs typeface="Helvetica Neue"/>
              </a:defRPr>
            </a:lvl4pPr>
            <a:lvl5pPr algn="ctr">
              <a:defRPr sz="1275">
                <a:solidFill>
                  <a:srgbClr val="34465E"/>
                </a:solidFill>
                <a:latin typeface="Helvetica Neue"/>
                <a:ea typeface="Helvetica Neue"/>
                <a:cs typeface="Helvetica Neue"/>
              </a:defRPr>
            </a:lvl5pPr>
            <a:lvl6pPr algn="ctr">
              <a:defRPr sz="1275">
                <a:solidFill>
                  <a:srgbClr val="34465E"/>
                </a:solidFill>
                <a:latin typeface="Helvetica Neue"/>
                <a:ea typeface="Helvetica Neue"/>
                <a:cs typeface="Helvetica Neue"/>
              </a:defRPr>
            </a:lvl6pPr>
            <a:lvl7pPr algn="ctr">
              <a:defRPr sz="1275">
                <a:solidFill>
                  <a:srgbClr val="34465E"/>
                </a:solidFill>
                <a:latin typeface="Helvetica Neue"/>
                <a:ea typeface="Helvetica Neue"/>
                <a:cs typeface="Helvetica Neue"/>
              </a:defRPr>
            </a:lvl7pPr>
            <a:lvl8pPr algn="ctr">
              <a:defRPr sz="1275">
                <a:solidFill>
                  <a:srgbClr val="34465E"/>
                </a:solidFill>
                <a:latin typeface="Helvetica Neue"/>
                <a:ea typeface="Helvetica Neue"/>
                <a:cs typeface="Helvetica Neue"/>
              </a:defRPr>
            </a:lvl8pPr>
            <a:lvl9pPr algn="ctr">
              <a:defRPr sz="1275">
                <a:solidFill>
                  <a:srgbClr val="34465E"/>
                </a:solidFill>
                <a:latin typeface="Helvetica Neue"/>
                <a:ea typeface="Helvetica Neue"/>
                <a:cs typeface="Helvetica Neue"/>
              </a:defRPr>
            </a:lvl9pPr>
          </a:lstStyle>
          <a:p xmlns:a="http://schemas.openxmlformats.org/drawingml/2006/main">
            <a:pPr algn="ctr">
              <a:defRPr sz="1275">
                <a:solidFill>
                  <a:srgbClr val="34465E"/>
                </a:solidFill>
                <a:latin typeface="Helvetica Neue"/>
                <a:ea typeface="Helvetica Neue"/>
                <a:cs typeface="Helvetica Neue"/>
              </a:defRPr>
            </a:pPr>
            <a:r>
              <a:rPr sz="1275">
                <a:solidFill>
                  <a:srgbClr val="34465E"/>
                </a:solidFill>
                <a:latin typeface="Helvetica Neue"/>
                <a:ea typeface="Helvetica Neue"/>
                <a:cs typeface="Helvetica Neue"/>
              </a:rPr>
              <a:t>Short note; no cue when match is uncertain</a:t>
            </a:r>
          </a:p>
        </p:txBody>
      </p:sp>
      <p:sp>
        <p:nvSpPr>
          <p:cNvPr id="50" name="slide-11-frame-arrow-1">
            <a:extLst xmlns:a="http://schemas.openxmlformats.org/drawingml/2006/main">
              <a:ext uri="{FF2B5EF4-FFF2-40B4-BE49-F238E27FC236}">
                <a16:creationId xmlns:a16="http://schemas.microsoft.com/office/drawing/2014/main" id="{0110D266-0B81-47D3-A8DC-C7D70C9AE2C3}"/>
              </a:ext>
            </a:extLst>
          </p:cNvPr>
          <p:cNvSpPr>
            <a:spLocks xmlns:a="http://schemas.openxmlformats.org/drawingml/2006/main" noGrp="1"/>
          </p:cNvSpPr>
          <p:nvPr/>
        </p:nvSpPr>
        <p:spPr>
          <a:xfrm xmlns:a="http://schemas.openxmlformats.org/drawingml/2006/main">
            <a:off x="4333875" y="7124700"/>
            <a:ext cx="6477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51" name="slide-11-frame-arrow-label">
            <a:extLst xmlns:a="http://schemas.openxmlformats.org/drawingml/2006/main">
              <a:ext uri="{FF2B5EF4-FFF2-40B4-BE49-F238E27FC236}">
                <a16:creationId xmlns:a16="http://schemas.microsoft.com/office/drawing/2014/main" id="{AE7CDE6E-96EF-47AF-951C-F6F933786DAF}"/>
              </a:ext>
            </a:extLst>
          </p:cNvPr>
          <p:cNvSpPr>
            <a:spLocks xmlns:a="http://schemas.openxmlformats.org/drawingml/2006/main" noGrp="1"/>
          </p:cNvSpPr>
          <p:nvPr/>
        </p:nvSpPr>
        <p:spPr>
          <a:xfrm xmlns:a="http://schemas.openxmlformats.org/drawingml/2006/main">
            <a:off x="4286250" y="68770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frames</a:t>
            </a:r>
          </a:p>
        </p:txBody>
      </p:sp>
      <p:sp>
        <p:nvSpPr>
          <p:cNvPr id="52" name="slide-11-frame-arrow-2">
            <a:extLst xmlns:a="http://schemas.openxmlformats.org/drawingml/2006/main">
              <a:ext uri="{FF2B5EF4-FFF2-40B4-BE49-F238E27FC236}">
                <a16:creationId xmlns:a16="http://schemas.microsoft.com/office/drawing/2014/main" id="{07D374FF-EEA7-4783-8A19-8A63D7058B32}"/>
              </a:ext>
            </a:extLst>
          </p:cNvPr>
          <p:cNvSpPr>
            <a:spLocks xmlns:a="http://schemas.openxmlformats.org/drawingml/2006/main" noGrp="1"/>
          </p:cNvSpPr>
          <p:nvPr/>
        </p:nvSpPr>
        <p:spPr>
          <a:xfrm xmlns:a="http://schemas.openxmlformats.org/drawingml/2006/main">
            <a:off x="8810625" y="7124700"/>
            <a:ext cx="6477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53" name="slide-11-frame-arrow-label-2">
            <a:extLst xmlns:a="http://schemas.openxmlformats.org/drawingml/2006/main">
              <a:ext uri="{FF2B5EF4-FFF2-40B4-BE49-F238E27FC236}">
                <a16:creationId xmlns:a16="http://schemas.microsoft.com/office/drawing/2014/main" id="{2E95AB99-8A03-4471-8817-F61601B7DC54}"/>
              </a:ext>
            </a:extLst>
          </p:cNvPr>
          <p:cNvSpPr>
            <a:spLocks xmlns:a="http://schemas.openxmlformats.org/drawingml/2006/main" noGrp="1"/>
          </p:cNvSpPr>
          <p:nvPr/>
        </p:nvSpPr>
        <p:spPr>
          <a:xfrm xmlns:a="http://schemas.openxmlformats.org/drawingml/2006/main">
            <a:off x="8743950" y="68770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frame API</a:t>
            </a:r>
          </a:p>
        </p:txBody>
      </p:sp>
      <p:sp>
        <p:nvSpPr>
          <p:cNvPr id="54" name="slide-11-frame-arrow-3">
            <a:extLst xmlns:a="http://schemas.openxmlformats.org/drawingml/2006/main">
              <a:ext uri="{FF2B5EF4-FFF2-40B4-BE49-F238E27FC236}">
                <a16:creationId xmlns:a16="http://schemas.microsoft.com/office/drawing/2014/main" id="{FF8C7C6D-BCA8-4AED-9E8A-D9DAF23D3447}"/>
              </a:ext>
            </a:extLst>
          </p:cNvPr>
          <p:cNvSpPr>
            <a:spLocks xmlns:a="http://schemas.openxmlformats.org/drawingml/2006/main" noGrp="1"/>
          </p:cNvSpPr>
          <p:nvPr/>
        </p:nvSpPr>
        <p:spPr>
          <a:xfrm xmlns:a="http://schemas.openxmlformats.org/drawingml/2006/main">
            <a:off x="13716000" y="7124700"/>
            <a:ext cx="495300" cy="247650"/>
          </a:xfrm>
          <a:prstGeom xmlns:a="http://schemas.openxmlformats.org/drawingml/2006/main" prst="rightArrow">
            <a:avLst/>
          </a:prstGeom>
          <a:solidFill xmlns:a="http://schemas.openxmlformats.org/drawingml/2006/main">
            <a:srgbClr val="2453A6"/>
          </a:solidFill>
          <a:ln xmlns:a="http://schemas.openxmlformats.org/drawingml/2006/main" w="0">
            <a:solidFill>
              <a:srgbClr val="2453A6"/>
            </a:solidFill>
            <a:prstDash val="solid"/>
          </a:ln>
        </p:spPr>
      </p:sp>
      <p:sp>
        <p:nvSpPr>
          <p:cNvPr id="55" name="slide-11-frame-arrow-label-3">
            <a:extLst xmlns:a="http://schemas.openxmlformats.org/drawingml/2006/main">
              <a:ext uri="{FF2B5EF4-FFF2-40B4-BE49-F238E27FC236}">
                <a16:creationId xmlns:a16="http://schemas.microsoft.com/office/drawing/2014/main" id="{9D4DE3C5-9F3D-406B-88D0-68547DFC82AC}"/>
              </a:ext>
            </a:extLst>
          </p:cNvPr>
          <p:cNvSpPr>
            <a:spLocks xmlns:a="http://schemas.openxmlformats.org/drawingml/2006/main" noGrp="1"/>
          </p:cNvSpPr>
          <p:nvPr/>
        </p:nvSpPr>
        <p:spPr>
          <a:xfrm xmlns:a="http://schemas.openxmlformats.org/drawingml/2006/main">
            <a:off x="13601700" y="6877050"/>
            <a:ext cx="8667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a:solidFill>
                  <a:srgbClr val="5D6878"/>
                </a:solidFill>
                <a:latin typeface="Helvetica Neue"/>
                <a:ea typeface="Helvetica Neue"/>
                <a:cs typeface="Helvetica Neue"/>
              </a:defRPr>
            </a:defPPr>
            <a:lvl1pPr algn="ctr">
              <a:defRPr sz="1050">
                <a:solidFill>
                  <a:srgbClr val="5D6878"/>
                </a:solidFill>
                <a:latin typeface="Helvetica Neue"/>
                <a:ea typeface="Helvetica Neue"/>
                <a:cs typeface="Helvetica Neue"/>
              </a:defRPr>
            </a:lvl1pPr>
            <a:lvl2pPr algn="ctr">
              <a:defRPr sz="1050">
                <a:solidFill>
                  <a:srgbClr val="5D6878"/>
                </a:solidFill>
                <a:latin typeface="Helvetica Neue"/>
                <a:ea typeface="Helvetica Neue"/>
                <a:cs typeface="Helvetica Neue"/>
              </a:defRPr>
            </a:lvl2pPr>
            <a:lvl3pPr algn="ctr">
              <a:defRPr sz="1050">
                <a:solidFill>
                  <a:srgbClr val="5D6878"/>
                </a:solidFill>
                <a:latin typeface="Helvetica Neue"/>
                <a:ea typeface="Helvetica Neue"/>
                <a:cs typeface="Helvetica Neue"/>
              </a:defRPr>
            </a:lvl3pPr>
            <a:lvl4pPr algn="ctr">
              <a:defRPr sz="1050">
                <a:solidFill>
                  <a:srgbClr val="5D6878"/>
                </a:solidFill>
                <a:latin typeface="Helvetica Neue"/>
                <a:ea typeface="Helvetica Neue"/>
                <a:cs typeface="Helvetica Neue"/>
              </a:defRPr>
            </a:lvl4pPr>
            <a:lvl5pPr algn="ctr">
              <a:defRPr sz="1050">
                <a:solidFill>
                  <a:srgbClr val="5D6878"/>
                </a:solidFill>
                <a:latin typeface="Helvetica Neue"/>
                <a:ea typeface="Helvetica Neue"/>
                <a:cs typeface="Helvetica Neue"/>
              </a:defRPr>
            </a:lvl5pPr>
            <a:lvl6pPr algn="ctr">
              <a:defRPr sz="1050">
                <a:solidFill>
                  <a:srgbClr val="5D6878"/>
                </a:solidFill>
                <a:latin typeface="Helvetica Neue"/>
                <a:ea typeface="Helvetica Neue"/>
                <a:cs typeface="Helvetica Neue"/>
              </a:defRPr>
            </a:lvl6pPr>
            <a:lvl7pPr algn="ctr">
              <a:defRPr sz="1050">
                <a:solidFill>
                  <a:srgbClr val="5D6878"/>
                </a:solidFill>
                <a:latin typeface="Helvetica Neue"/>
                <a:ea typeface="Helvetica Neue"/>
                <a:cs typeface="Helvetica Neue"/>
              </a:defRPr>
            </a:lvl7pPr>
            <a:lvl8pPr algn="ctr">
              <a:defRPr sz="1050">
                <a:solidFill>
                  <a:srgbClr val="5D6878"/>
                </a:solidFill>
                <a:latin typeface="Helvetica Neue"/>
                <a:ea typeface="Helvetica Neue"/>
                <a:cs typeface="Helvetica Neue"/>
              </a:defRPr>
            </a:lvl8pPr>
            <a:lvl9pPr algn="ctr">
              <a:defRPr sz="1050">
                <a:solidFill>
                  <a:srgbClr val="5D6878"/>
                </a:solidFill>
                <a:latin typeface="Helvetica Neue"/>
                <a:ea typeface="Helvetica Neue"/>
                <a:cs typeface="Helvetica Neue"/>
              </a:defRPr>
            </a:lvl9pPr>
          </a:lstStyle>
          <a:p xmlns:a="http://schemas.openxmlformats.org/drawingml/2006/main">
            <a:pPr algn="ctr">
              <a:defRPr sz="1050">
                <a:solidFill>
                  <a:srgbClr val="5D6878"/>
                </a:solidFill>
                <a:latin typeface="Helvetica Neue"/>
                <a:ea typeface="Helvetica Neue"/>
                <a:cs typeface="Helvetica Neue"/>
              </a:defRPr>
            </a:pPr>
            <a:r>
              <a:rPr sz="1050">
                <a:solidFill>
                  <a:srgbClr val="5D6878"/>
                </a:solidFill>
                <a:latin typeface="Helvetica Neue"/>
                <a:ea typeface="Helvetica Neue"/>
                <a:cs typeface="Helvetica Neue"/>
              </a:rPr>
              <a:t>cue via phone</a:t>
            </a:r>
          </a:p>
        </p:txBody>
      </p:sp>
      <p:sp>
        <p:nvSpPr>
          <p:cNvPr id="56" name="slide-11-status-strip">
            <a:extLst xmlns:a="http://schemas.openxmlformats.org/drawingml/2006/main">
              <a:ext uri="{FF2B5EF4-FFF2-40B4-BE49-F238E27FC236}">
                <a16:creationId xmlns:a16="http://schemas.microsoft.com/office/drawing/2014/main" id="{FAEBE2C7-5806-4082-ADCD-6B9375F6D90B}"/>
              </a:ext>
            </a:extLst>
          </p:cNvPr>
          <p:cNvSpPr>
            <a:spLocks xmlns:a="http://schemas.openxmlformats.org/drawingml/2006/main" noGrp="1"/>
          </p:cNvSpPr>
          <p:nvPr/>
        </p:nvSpPr>
        <p:spPr>
          <a:xfrm xmlns:a="http://schemas.openxmlformats.org/drawingml/2006/main">
            <a:off x="857250" y="8572500"/>
            <a:ext cx="16573500" cy="781050"/>
          </a:xfrm>
          <a:prstGeom xmlns:a="http://schemas.openxmlformats.org/drawingml/2006/main" prst="roundRect">
            <a:avLst>
              <a:gd name="adj" fmla="val 9756"/>
            </a:avLst>
          </a:prstGeom>
          <a:solidFill xmlns:a="http://schemas.openxmlformats.org/drawingml/2006/main">
            <a:srgbClr val="E5E9EF"/>
          </a:solidFill>
          <a:ln xmlns:a="http://schemas.openxmlformats.org/drawingml/2006/main" w="0">
            <a:solidFill>
              <a:srgbClr val="E5E9EF"/>
            </a:solidFill>
            <a:prstDash val="solid"/>
          </a:ln>
        </p:spPr>
      </p:sp>
      <p:sp>
        <p:nvSpPr>
          <p:cNvPr id="57" name="slide-11-status-copy">
            <a:extLst xmlns:a="http://schemas.openxmlformats.org/drawingml/2006/main">
              <a:ext uri="{FF2B5EF4-FFF2-40B4-BE49-F238E27FC236}">
                <a16:creationId xmlns:a16="http://schemas.microsoft.com/office/drawing/2014/main" id="{07EEA302-68ED-403C-A6C3-DBE9A0B6D1B3}"/>
              </a:ext>
            </a:extLst>
          </p:cNvPr>
          <p:cNvSpPr>
            <a:spLocks xmlns:a="http://schemas.openxmlformats.org/drawingml/2006/main" noGrp="1"/>
          </p:cNvSpPr>
          <p:nvPr/>
        </p:nvSpPr>
        <p:spPr>
          <a:xfrm xmlns:a="http://schemas.openxmlformats.org/drawingml/2006/main">
            <a:off x="1123950" y="8677275"/>
            <a:ext cx="1604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a:solidFill>
                  <a:srgbClr val="26344A"/>
                </a:solidFill>
                <a:latin typeface="Helvetica Neue"/>
                <a:ea typeface="Helvetica Neue"/>
                <a:cs typeface="Helvetica Neue"/>
              </a:defRPr>
            </a:defPPr>
            <a:lvl1pPr algn="ctr">
              <a:defRPr sz="1350">
                <a:solidFill>
                  <a:srgbClr val="26344A"/>
                </a:solidFill>
                <a:latin typeface="Helvetica Neue"/>
                <a:ea typeface="Helvetica Neue"/>
                <a:cs typeface="Helvetica Neue"/>
              </a:defRPr>
            </a:lvl1pPr>
            <a:lvl2pPr algn="ctr">
              <a:defRPr sz="1350">
                <a:solidFill>
                  <a:srgbClr val="26344A"/>
                </a:solidFill>
                <a:latin typeface="Helvetica Neue"/>
                <a:ea typeface="Helvetica Neue"/>
                <a:cs typeface="Helvetica Neue"/>
              </a:defRPr>
            </a:lvl2pPr>
            <a:lvl3pPr algn="ctr">
              <a:defRPr sz="1350">
                <a:solidFill>
                  <a:srgbClr val="26344A"/>
                </a:solidFill>
                <a:latin typeface="Helvetica Neue"/>
                <a:ea typeface="Helvetica Neue"/>
                <a:cs typeface="Helvetica Neue"/>
              </a:defRPr>
            </a:lvl3pPr>
            <a:lvl4pPr algn="ctr">
              <a:defRPr sz="1350">
                <a:solidFill>
                  <a:srgbClr val="26344A"/>
                </a:solidFill>
                <a:latin typeface="Helvetica Neue"/>
                <a:ea typeface="Helvetica Neue"/>
                <a:cs typeface="Helvetica Neue"/>
              </a:defRPr>
            </a:lvl4pPr>
            <a:lvl5pPr algn="ctr">
              <a:defRPr sz="1350">
                <a:solidFill>
                  <a:srgbClr val="26344A"/>
                </a:solidFill>
                <a:latin typeface="Helvetica Neue"/>
                <a:ea typeface="Helvetica Neue"/>
                <a:cs typeface="Helvetica Neue"/>
              </a:defRPr>
            </a:lvl5pPr>
            <a:lvl6pPr algn="ctr">
              <a:defRPr sz="1350">
                <a:solidFill>
                  <a:srgbClr val="26344A"/>
                </a:solidFill>
                <a:latin typeface="Helvetica Neue"/>
                <a:ea typeface="Helvetica Neue"/>
                <a:cs typeface="Helvetica Neue"/>
              </a:defRPr>
            </a:lvl6pPr>
            <a:lvl7pPr algn="ctr">
              <a:defRPr sz="1350">
                <a:solidFill>
                  <a:srgbClr val="26344A"/>
                </a:solidFill>
                <a:latin typeface="Helvetica Neue"/>
                <a:ea typeface="Helvetica Neue"/>
                <a:cs typeface="Helvetica Neue"/>
              </a:defRPr>
            </a:lvl7pPr>
            <a:lvl8pPr algn="ctr">
              <a:defRPr sz="1350">
                <a:solidFill>
                  <a:srgbClr val="26344A"/>
                </a:solidFill>
                <a:latin typeface="Helvetica Neue"/>
                <a:ea typeface="Helvetica Neue"/>
                <a:cs typeface="Helvetica Neue"/>
              </a:defRPr>
            </a:lvl8pPr>
            <a:lvl9pPr algn="ctr">
              <a:defRPr sz="1350">
                <a:solidFill>
                  <a:srgbClr val="26344A"/>
                </a:solidFill>
                <a:latin typeface="Helvetica Neue"/>
                <a:ea typeface="Helvetica Neue"/>
                <a:cs typeface="Helvetica Neue"/>
              </a:defRPr>
            </a:lvl9pPr>
          </a:lstStyle>
          <a:p xmlns:a="http://schemas.openxmlformats.org/drawingml/2006/main">
            <a:pPr algn="ctr">
              <a:defRPr sz="1350">
                <a:solidFill>
                  <a:srgbClr val="26344A"/>
                </a:solidFill>
                <a:latin typeface="Helvetica Neue"/>
                <a:ea typeface="Helvetica Neue"/>
                <a:cs typeface="Helvetica Neue"/>
              </a:defRPr>
            </a:pPr>
            <a:r>
              <a:rPr sz="1350">
                <a:solidFill>
                  <a:srgbClr val="26344A"/>
                </a:solidFill>
                <a:latin typeface="Helvetica Neue"/>
                <a:ea typeface="Helvetica Neue"/>
                <a:cs typeface="Helvetica Neue"/>
              </a:rPr>
              <a:t>Main hotel POC simulates taps/cohort, synthetic profiles, matching and cues. Separate Rokid demo uses a local gallery for name/status and is not integrated. RV101 frame delivery and hotel data access remain validation gates.</a:t>
            </a:r>
          </a:p>
        </p:txBody>
      </p:sp>
      <p:sp>
        <p:nvSpPr>
          <p:cNvPr id="58" name="slide-11-footer-rule">
            <a:extLst xmlns:a="http://schemas.openxmlformats.org/drawingml/2006/main">
              <a:ext uri="{FF2B5EF4-FFF2-40B4-BE49-F238E27FC236}">
                <a16:creationId xmlns:a16="http://schemas.microsoft.com/office/drawing/2014/main" id="{AA26002D-F8EC-4BD0-AE3B-503C42E4CF05}"/>
              </a:ext>
            </a:extLst>
          </p:cNvPr>
          <p:cNvSpPr>
            <a:spLocks xmlns:a="http://schemas.openxmlformats.org/drawingml/2006/main" noGrp="1"/>
          </p:cNvSpPr>
          <p:nvPr/>
        </p:nvSpPr>
        <p:spPr>
          <a:xfrm xmlns:a="http://schemas.openxmlformats.org/drawingml/2006/main">
            <a:off x="857250" y="9686925"/>
            <a:ext cx="16573500" cy="19050"/>
          </a:xfrm>
          <a:prstGeom xmlns:a="http://schemas.openxmlformats.org/drawingml/2006/main" prst="rect">
            <a:avLst/>
          </a:prstGeom>
          <a:solidFill xmlns:a="http://schemas.openxmlformats.org/drawingml/2006/main">
            <a:srgbClr val="D7DDE7"/>
          </a:solidFill>
          <a:ln xmlns:a="http://schemas.openxmlformats.org/drawingml/2006/main" w="0">
            <a:solidFill>
              <a:srgbClr val="D7DDE7"/>
            </a:solidFill>
            <a:prstDash val="solid"/>
          </a:ln>
        </p:spPr>
      </p:sp>
      <p:sp>
        <p:nvSpPr>
          <p:cNvPr id="59" name="slide-11-footer">
            <a:extLst xmlns:a="http://schemas.openxmlformats.org/drawingml/2006/main">
              <a:ext uri="{FF2B5EF4-FFF2-40B4-BE49-F238E27FC236}">
                <a16:creationId xmlns:a16="http://schemas.microsoft.com/office/drawing/2014/main" id="{1185DCD2-5BD5-4575-A9AC-363014998477}"/>
              </a:ext>
            </a:extLst>
          </p:cNvPr>
          <p:cNvSpPr>
            <a:spLocks xmlns:a="http://schemas.openxmlformats.org/drawingml/2006/main" noGrp="1"/>
          </p:cNvSpPr>
          <p:nvPr/>
        </p:nvSpPr>
        <p:spPr>
          <a:xfrm xmlns:a="http://schemas.openxmlformats.org/drawingml/2006/main">
            <a:off x="914400" y="97536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a:solidFill>
                  <a:srgbClr val="5D6878"/>
                </a:solidFill>
                <a:latin typeface="Helvetica Neue"/>
                <a:ea typeface="Helvetica Neue"/>
                <a:cs typeface="Helvetica Neue"/>
              </a:defRPr>
            </a:defPPr>
            <a:lvl1pPr algn="l">
              <a:defRPr sz="1275">
                <a:solidFill>
                  <a:srgbClr val="5D6878"/>
                </a:solidFill>
                <a:latin typeface="Helvetica Neue"/>
                <a:ea typeface="Helvetica Neue"/>
                <a:cs typeface="Helvetica Neue"/>
              </a:defRPr>
            </a:lvl1pPr>
            <a:lvl2pPr algn="l">
              <a:defRPr sz="1275">
                <a:solidFill>
                  <a:srgbClr val="5D6878"/>
                </a:solidFill>
                <a:latin typeface="Helvetica Neue"/>
                <a:ea typeface="Helvetica Neue"/>
                <a:cs typeface="Helvetica Neue"/>
              </a:defRPr>
            </a:lvl2pPr>
            <a:lvl3pPr algn="l">
              <a:defRPr sz="1275">
                <a:solidFill>
                  <a:srgbClr val="5D6878"/>
                </a:solidFill>
                <a:latin typeface="Helvetica Neue"/>
                <a:ea typeface="Helvetica Neue"/>
                <a:cs typeface="Helvetica Neue"/>
              </a:defRPr>
            </a:lvl3pPr>
            <a:lvl4pPr algn="l">
              <a:defRPr sz="1275">
                <a:solidFill>
                  <a:srgbClr val="5D6878"/>
                </a:solidFill>
                <a:latin typeface="Helvetica Neue"/>
                <a:ea typeface="Helvetica Neue"/>
                <a:cs typeface="Helvetica Neue"/>
              </a:defRPr>
            </a:lvl4pPr>
            <a:lvl5pPr algn="l">
              <a:defRPr sz="1275">
                <a:solidFill>
                  <a:srgbClr val="5D6878"/>
                </a:solidFill>
                <a:latin typeface="Helvetica Neue"/>
                <a:ea typeface="Helvetica Neue"/>
                <a:cs typeface="Helvetica Neue"/>
              </a:defRPr>
            </a:lvl5pPr>
            <a:lvl6pPr algn="l">
              <a:defRPr sz="1275">
                <a:solidFill>
                  <a:srgbClr val="5D6878"/>
                </a:solidFill>
                <a:latin typeface="Helvetica Neue"/>
                <a:ea typeface="Helvetica Neue"/>
                <a:cs typeface="Helvetica Neue"/>
              </a:defRPr>
            </a:lvl6pPr>
            <a:lvl7pPr algn="l">
              <a:defRPr sz="1275">
                <a:solidFill>
                  <a:srgbClr val="5D6878"/>
                </a:solidFill>
                <a:latin typeface="Helvetica Neue"/>
                <a:ea typeface="Helvetica Neue"/>
                <a:cs typeface="Helvetica Neue"/>
              </a:defRPr>
            </a:lvl7pPr>
            <a:lvl8pPr algn="l">
              <a:defRPr sz="1275">
                <a:solidFill>
                  <a:srgbClr val="5D6878"/>
                </a:solidFill>
                <a:latin typeface="Helvetica Neue"/>
                <a:ea typeface="Helvetica Neue"/>
                <a:cs typeface="Helvetica Neue"/>
              </a:defRPr>
            </a:lvl8pPr>
            <a:lvl9pPr algn="l">
              <a:defRPr sz="1275">
                <a:solidFill>
                  <a:srgbClr val="5D6878"/>
                </a:solidFill>
                <a:latin typeface="Helvetica Neue"/>
                <a:ea typeface="Helvetica Neue"/>
                <a:cs typeface="Helvetica Neue"/>
              </a:defRPr>
            </a:lvl9pPr>
          </a:lstStyle>
          <a:p xmlns:a="http://schemas.openxmlformats.org/drawingml/2006/main">
            <a:pPr algn="l">
              <a:defRPr sz="1275">
                <a:solidFill>
                  <a:srgbClr val="5D6878"/>
                </a:solidFill>
                <a:latin typeface="Helvetica Neue"/>
                <a:ea typeface="Helvetica Neue"/>
                <a:cs typeface="Helvetica Neue"/>
              </a:defRPr>
            </a:pPr>
            <a:r>
              <a:rPr sz="1275">
                <a:solidFill>
                  <a:srgbClr val="5D6878"/>
                </a:solidFill>
                <a:latin typeface="Helvetica Neue"/>
                <a:ea typeface="Helvetica Neue"/>
                <a:cs typeface="Helvetica Neue"/>
              </a:rPr>
              <a:t>CDE4301  |  HOTEL PERSONALISATION</a:t>
            </a:r>
          </a:p>
        </p:txBody>
      </p:sp>
      <p:sp>
        <p:nvSpPr>
          <p:cNvPr id="60" name="slide-11-page">
            <a:extLst xmlns:a="http://schemas.openxmlformats.org/drawingml/2006/main">
              <a:ext uri="{FF2B5EF4-FFF2-40B4-BE49-F238E27FC236}">
                <a16:creationId xmlns:a16="http://schemas.microsoft.com/office/drawing/2014/main" id="{92F16AAC-C63D-4B9F-885D-0C2DB6068E0D}"/>
              </a:ext>
            </a:extLst>
          </p:cNvPr>
          <p:cNvSpPr>
            <a:spLocks xmlns:a="http://schemas.openxmlformats.org/drawingml/2006/main" noGrp="1"/>
          </p:cNvSpPr>
          <p:nvPr/>
        </p:nvSpPr>
        <p:spPr>
          <a:xfrm xmlns:a="http://schemas.openxmlformats.org/drawingml/2006/main">
            <a:off x="16573500" y="9753600"/>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350" b="1">
                <a:solidFill>
                  <a:srgbClr val="2453A6"/>
                </a:solidFill>
                <a:latin typeface="Helvetica Neue"/>
                <a:ea typeface="Helvetica Neue"/>
                <a:cs typeface="Helvetica Neue"/>
              </a:defRPr>
            </a:defPPr>
            <a:lvl1pPr algn="r">
              <a:defRPr sz="1350" b="1">
                <a:solidFill>
                  <a:srgbClr val="2453A6"/>
                </a:solidFill>
                <a:latin typeface="Helvetica Neue"/>
                <a:ea typeface="Helvetica Neue"/>
                <a:cs typeface="Helvetica Neue"/>
              </a:defRPr>
            </a:lvl1pPr>
            <a:lvl2pPr algn="r">
              <a:defRPr sz="1350" b="1">
                <a:solidFill>
                  <a:srgbClr val="2453A6"/>
                </a:solidFill>
                <a:latin typeface="Helvetica Neue"/>
                <a:ea typeface="Helvetica Neue"/>
                <a:cs typeface="Helvetica Neue"/>
              </a:defRPr>
            </a:lvl2pPr>
            <a:lvl3pPr algn="r">
              <a:defRPr sz="1350" b="1">
                <a:solidFill>
                  <a:srgbClr val="2453A6"/>
                </a:solidFill>
                <a:latin typeface="Helvetica Neue"/>
                <a:ea typeface="Helvetica Neue"/>
                <a:cs typeface="Helvetica Neue"/>
              </a:defRPr>
            </a:lvl3pPr>
            <a:lvl4pPr algn="r">
              <a:defRPr sz="1350" b="1">
                <a:solidFill>
                  <a:srgbClr val="2453A6"/>
                </a:solidFill>
                <a:latin typeface="Helvetica Neue"/>
                <a:ea typeface="Helvetica Neue"/>
                <a:cs typeface="Helvetica Neue"/>
              </a:defRPr>
            </a:lvl4pPr>
            <a:lvl5pPr algn="r">
              <a:defRPr sz="1350" b="1">
                <a:solidFill>
                  <a:srgbClr val="2453A6"/>
                </a:solidFill>
                <a:latin typeface="Helvetica Neue"/>
                <a:ea typeface="Helvetica Neue"/>
                <a:cs typeface="Helvetica Neue"/>
              </a:defRPr>
            </a:lvl5pPr>
            <a:lvl6pPr algn="r">
              <a:defRPr sz="1350" b="1">
                <a:solidFill>
                  <a:srgbClr val="2453A6"/>
                </a:solidFill>
                <a:latin typeface="Helvetica Neue"/>
                <a:ea typeface="Helvetica Neue"/>
                <a:cs typeface="Helvetica Neue"/>
              </a:defRPr>
            </a:lvl6pPr>
            <a:lvl7pPr algn="r">
              <a:defRPr sz="1350" b="1">
                <a:solidFill>
                  <a:srgbClr val="2453A6"/>
                </a:solidFill>
                <a:latin typeface="Helvetica Neue"/>
                <a:ea typeface="Helvetica Neue"/>
                <a:cs typeface="Helvetica Neue"/>
              </a:defRPr>
            </a:lvl7pPr>
            <a:lvl8pPr algn="r">
              <a:defRPr sz="1350" b="1">
                <a:solidFill>
                  <a:srgbClr val="2453A6"/>
                </a:solidFill>
                <a:latin typeface="Helvetica Neue"/>
                <a:ea typeface="Helvetica Neue"/>
                <a:cs typeface="Helvetica Neue"/>
              </a:defRPr>
            </a:lvl8pPr>
            <a:lvl9pPr algn="r">
              <a:defRPr sz="1350" b="1">
                <a:solidFill>
                  <a:srgbClr val="2453A6"/>
                </a:solidFill>
                <a:latin typeface="Helvetica Neue"/>
                <a:ea typeface="Helvetica Neue"/>
                <a:cs typeface="Helvetica Neue"/>
              </a:defRPr>
            </a:lvl9pPr>
          </a:lstStyle>
          <a:p xmlns:a="http://schemas.openxmlformats.org/drawingml/2006/main">
            <a:pPr algn="r">
              <a:defRPr sz="1350" b="1">
                <a:solidFill>
                  <a:srgbClr val="2453A6"/>
                </a:solidFill>
                <a:latin typeface="Helvetica Neue"/>
                <a:ea typeface="Helvetica Neue"/>
                <a:cs typeface="Helvetica Neue"/>
              </a:defRPr>
            </a:pPr>
            <a:r>
              <a:rPr sz="1350" b="1">
                <a:solidFill>
                  <a:srgbClr val="2453A6"/>
                </a:solidFill>
                <a:latin typeface="Helvetica Neue"/>
                <a:ea typeface="Helvetica Neue"/>
                <a:cs typeface="Helvetica Neue"/>
              </a:rPr>
              <a:t>11</a:t>
            </a:r>
          </a:p>
        </p:txBody>
      </p:sp>
    </p:spTree>
    <p:extLst>
      <p:ext uri="{BB962C8B-B14F-4D97-AF65-F5344CB8AC3E}">
        <p14:creationId xmlns:p14="http://schemas.microsoft.com/office/powerpoint/2010/main" val="19673379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2026-10-30T02:59:20.2340000Z</dcterms:created>
  <dcterms:modified xsi:type="dcterms:W3CDTF">2026-10-30T02:59:20.2340000Z</dcterms:modified>
</coreProperties>
</file>