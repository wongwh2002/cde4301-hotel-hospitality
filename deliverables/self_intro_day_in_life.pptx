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179E5C0-BC49-416D-BAE1-38BB8C7E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00FDD99-1D54-4E11-AD50-36893FEFD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63C08C6-BF23-44AB-BD21-A179F3FF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58C5ECB-1A2C-4036-B6DC-2C50F664C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B7CF9ED-DAFC-4D07-B985-239B4C9F5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57DBAFF-86FD-46ED-B6FF-8CEE05451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BAEE937-2321-4314-8F0F-6E90395E4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5603041-F667-4CC5-867F-5113E240D40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54381D5-8EFD-40F1-B714-C2CB71726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7F2E5C3-98A7-439F-A589-8EEB23650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EB0863-F6EA-4582-BFB6-476CBD73EF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69" r="13369"/>
          <a:stretch>
            <a:fillRect/>
          </a:stretch>
        </p:blipFill>
        <p:spPr>
          <a:xfrm>
            <a:off x="304800" y="381000"/>
            <a:ext cx="2809875" cy="28765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E6E54BC-EEF3-435B-9543-A4FE33A869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369" r="13369"/>
          <a:stretch>
            <a:fillRect/>
          </a:stretch>
        </p:blipFill>
        <p:spPr>
          <a:xfrm>
            <a:off x="3228975" y="381000"/>
            <a:ext cx="2809875" cy="28765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5944E4-E173-4B1B-A8CD-85AB320AAD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610" b="11610"/>
          <a:stretch>
            <a:fillRect/>
          </a:stretch>
        </p:blipFill>
        <p:spPr>
          <a:xfrm>
            <a:off x="6153150" y="381000"/>
            <a:ext cx="2809875" cy="2876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4DCB4C-8DD7-4A4D-A9B5-D362B92F368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610" b="11610"/>
          <a:stretch>
            <a:fillRect/>
          </a:stretch>
        </p:blipFill>
        <p:spPr>
          <a:xfrm>
            <a:off x="9077325" y="381000"/>
            <a:ext cx="2809875" cy="2876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28D8C2-8C8B-4AB8-895D-9CE4B27949D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369" r="13369"/>
          <a:stretch>
            <a:fillRect/>
          </a:stretch>
        </p:blipFill>
        <p:spPr>
          <a:xfrm>
            <a:off x="304800" y="3600450"/>
            <a:ext cx="2809875" cy="2876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98C19C-327A-4417-87B2-A5F22C7586A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3369" r="13369"/>
          <a:stretch>
            <a:fillRect/>
          </a:stretch>
        </p:blipFill>
        <p:spPr>
          <a:xfrm>
            <a:off x="3228975" y="3600450"/>
            <a:ext cx="2809875" cy="2876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88C44D-BBC3-4FF4-B517-86F4F0893AE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3369" r="13369"/>
          <a:stretch>
            <a:fillRect/>
          </a:stretch>
        </p:blipFill>
        <p:spPr>
          <a:xfrm>
            <a:off x="6153150" y="3600450"/>
            <a:ext cx="2809875" cy="2876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8E5838-A8CD-4F13-8E24-559BE491AF1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1610" b="11610"/>
          <a:stretch>
            <a:fillRect/>
          </a:stretch>
        </p:blipFill>
        <p:spPr>
          <a:xfrm>
            <a:off x="9077325" y="3600450"/>
            <a:ext cx="2809875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31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A1E87CA-2BDA-4362-81FC-87FC1689E8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277" b="21277"/>
          <a:stretch>
            <a:fillRect/>
          </a:stretch>
        </p:blipFill>
        <p:spPr>
          <a:xfrm>
            <a:off x="266700" y="342900"/>
            <a:ext cx="2686050" cy="20574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E7221D6-1667-4BFE-BE9C-A814CABEA2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2" r="1042"/>
          <a:stretch>
            <a:fillRect/>
          </a:stretch>
        </p:blipFill>
        <p:spPr>
          <a:xfrm>
            <a:off x="3162300" y="342900"/>
            <a:ext cx="2686050" cy="2057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C2DA67-716F-4DF3-B5D7-6E963F3B7B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42" r="1042"/>
          <a:stretch>
            <a:fillRect/>
          </a:stretch>
        </p:blipFill>
        <p:spPr>
          <a:xfrm>
            <a:off x="6057900" y="342900"/>
            <a:ext cx="2686050" cy="2057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A2A159-E512-4793-B489-64E510045C8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1277" b="21277"/>
          <a:stretch>
            <a:fillRect/>
          </a:stretch>
        </p:blipFill>
        <p:spPr>
          <a:xfrm>
            <a:off x="8953500" y="342900"/>
            <a:ext cx="2686050" cy="2057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5F1112-E7B8-483C-AD54-E2DBEC3C6A2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4203" b="24203"/>
          <a:stretch>
            <a:fillRect/>
          </a:stretch>
        </p:blipFill>
        <p:spPr>
          <a:xfrm>
            <a:off x="266700" y="2609850"/>
            <a:ext cx="5676900" cy="39052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754647-955C-43BD-882E-F0E91968BEF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4203" b="24203"/>
          <a:stretch>
            <a:fillRect/>
          </a:stretch>
        </p:blipFill>
        <p:spPr>
          <a:xfrm>
            <a:off x="6248400" y="2609850"/>
            <a:ext cx="567690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475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DocSecurity>0</DocSecurity>
  <PresentationFormat>Widescreen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Aptos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Wong Weng Hong</cp:lastModifiedBy>
  <cp:revision>1</cp:revision>
  <dcterms:created xsi:type="dcterms:W3CDTF">2026-10-30T17:29:22Z</dcterms:created>
  <dcterms:modified xsi:type="dcterms:W3CDTF">2026-10-30T17:35:08Z</dcterms:modified>
</cp:coreProperties>
</file>