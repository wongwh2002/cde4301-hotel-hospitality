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f4eaf967e140dd" /><Relationship Type="http://schemas.openxmlformats.org/officeDocument/2006/relationships/extended-properties" Target="/docProps/app.xml" Id="R5c56197c88de48a8" /><Relationship Type="http://schemas.openxmlformats.org/officeDocument/2006/relationships/officeDocument" Target="/ppt/presentation.xml" Id="R045c24e9ad2f47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c0b650cc944767"/>
  </p:sldMasterIdLst>
  <p:notesMasterIdLst>
    <p:notesMasterId xmlns:r="http://schemas.openxmlformats.org/officeDocument/2006/relationships" r:id="Rb0b46545d1db4b13"/>
  </p:notesMasterIdLst>
  <p:sldIdLst>
    <p:sldId xmlns:r="http://schemas.openxmlformats.org/officeDocument/2006/relationships" id="256" r:id="Rd085e5f81c8f43d9"/>
    <p:sldId xmlns:r="http://schemas.openxmlformats.org/officeDocument/2006/relationships" id="257" r:id="R94ca2f8f252d4c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2384d6dc3b406a" /><Relationship Type="http://schemas.openxmlformats.org/officeDocument/2006/relationships/slideMaster" Target="/ppt/slideMasters/slideMaster1.xml" Id="R6fc0b650cc944767" /><Relationship Type="http://schemas.openxmlformats.org/officeDocument/2006/relationships/notesMaster" Target="/ppt/notesMasters/notesMaster1.xml" Id="Rb0b46545d1db4b13" /><Relationship Type="http://schemas.openxmlformats.org/officeDocument/2006/relationships/presProps" Target="/ppt/presProps.xml" Id="R61b51fc9d2a54222" /><Relationship Type="http://schemas.openxmlformats.org/officeDocument/2006/relationships/tableStyles" Target="/ppt/tableStyles.xml" Id="Rbde5d5eebaf649fb" /><Relationship Type="http://schemas.openxmlformats.org/officeDocument/2006/relationships/slide" Target="/ppt/slides/slide1.xml" Id="Rd085e5f81c8f43d9" /><Relationship Type="http://schemas.openxmlformats.org/officeDocument/2006/relationships/slide" Target="/ppt/slides/slide2.xml" Id="R94ca2f8f252d4c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1b0e0ac9143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d5b0efa764bf9" /><Relationship Type="http://schemas.openxmlformats.org/officeDocument/2006/relationships/notesMaster" Target="/ppt/notesMasters/notesMaster1.xml" Id="R4b6d7bd6940a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e4221eb7648bc" /><Relationship Type="http://schemas.openxmlformats.org/officeDocument/2006/relationships/notesMaster" Target="/ppt/notesMasters/notesMaster1.xml" Id="R5f4674adbb904f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007e82fb44e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8b0874bd04f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acecd8ef94f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66cf5857e4e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6cc21416243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fb143147142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9E5C0-BC49-416D-BAE1-38BB8C7EB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0FDD99-1D54-4E11-AD50-36893FEFD6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3C08C6-BF23-44AB-BD21-A179F3FF5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8C5ECB-1A2C-4036-B6DC-2C50F664C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7CF9ED-DAFC-4D07-B985-239B4C9F5E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7DBAFF-86FD-46ED-B6FF-8CEE05451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AEE937-2321-4314-8F0F-6E90395E41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03041-F667-4CC5-867F-5113E240D4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4381D5-8EFD-40F1-B714-C2CB71726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F2E5C3-98A7-439F-A589-8EEB236507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78a9096404960" /><Relationship Type="http://schemas.openxmlformats.org/officeDocument/2006/relationships/slideLayout" Target="/ppt/slideLayouts/slideLayout1.xml" Id="R65ce9f8d597a42eb" /><Relationship Type="http://schemas.openxmlformats.org/officeDocument/2006/relationships/slideLayout" Target="/ppt/slideLayouts/slideLayout2.xml" Id="R07ebb618b4804eff" /><Relationship Type="http://schemas.openxmlformats.org/officeDocument/2006/relationships/slideLayout" Target="/ppt/slideLayouts/slideLayout3.xml" Id="R5346ad2e78204ca6" /><Relationship Type="http://schemas.openxmlformats.org/officeDocument/2006/relationships/slideLayout" Target="/ppt/slideLayouts/slideLayout4.xml" Id="R656e37e3eb1f45fc" /><Relationship Type="http://schemas.openxmlformats.org/officeDocument/2006/relationships/slideLayout" Target="/ppt/slideLayouts/slideLayout5.xml" Id="Re1afbd01330640b8" /><Relationship Type="http://schemas.openxmlformats.org/officeDocument/2006/relationships/slideLayout" Target="/ppt/slideLayouts/slideLayout6.xml" Id="R6b7fab0419eb4e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e9f8d597a42eb"/>
    <p:sldLayoutId xmlns:r="http://schemas.openxmlformats.org/officeDocument/2006/relationships" id="2147483650" r:id="R07ebb618b4804eff"/>
    <p:sldLayoutId xmlns:r="http://schemas.openxmlformats.org/officeDocument/2006/relationships" id="2147483651" r:id="R5346ad2e78204ca6"/>
    <p:sldLayoutId xmlns:r="http://schemas.openxmlformats.org/officeDocument/2006/relationships" id="2147483652" r:id="R656e37e3eb1f45fc"/>
    <p:sldLayoutId xmlns:r="http://schemas.openxmlformats.org/officeDocument/2006/relationships" id="2147483653" r:id="Re1afbd01330640b8"/>
    <p:sldLayoutId xmlns:r="http://schemas.openxmlformats.org/officeDocument/2006/relationships" id="2147483654" r:id="R6b7fab0419eb4e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c1e1f20474653" /><Relationship Type="http://schemas.openxmlformats.org/officeDocument/2006/relationships/image" Target="/ppt/media/image.jpeg" Id="Radb27e4123a9496c" /><Relationship Type="http://schemas.openxmlformats.org/officeDocument/2006/relationships/image" Target="/ppt/media/image2.jpeg" Id="Ra075607e07fc458d" /><Relationship Type="http://schemas.openxmlformats.org/officeDocument/2006/relationships/image" Target="/ppt/media/image3.jpeg" Id="R3b27b59f5db44645" /><Relationship Type="http://schemas.openxmlformats.org/officeDocument/2006/relationships/image" Target="/ppt/media/image4.jpeg" Id="R11f4682955014166" /><Relationship Type="http://schemas.openxmlformats.org/officeDocument/2006/relationships/image" Target="/ppt/media/image5.jpeg" Id="Rc373a1bc8b934205" /><Relationship Type="http://schemas.openxmlformats.org/officeDocument/2006/relationships/image" Target="/ppt/media/image6.jpeg" Id="Rd1bfd3d8a58647a4" /><Relationship Type="http://schemas.openxmlformats.org/officeDocument/2006/relationships/image" Target="/ppt/media/image7.jpeg" Id="R24e3cdac23c94386" /><Relationship Type="http://schemas.openxmlformats.org/officeDocument/2006/relationships/image" Target="/ppt/media/image8.jpeg" Id="R3b72f0ba867d4f98" /><Relationship Type="http://schemas.openxmlformats.org/officeDocument/2006/relationships/notesSlide" Target="/ppt/notesSlides/notesSlide1.xml" Id="R82324cc1ee41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a43b2e0e446df" /><Relationship Type="http://schemas.openxmlformats.org/officeDocument/2006/relationships/image" Target="/ppt/media/image9.jpeg" Id="R45752b8000ee4229" /><Relationship Type="http://schemas.openxmlformats.org/officeDocument/2006/relationships/image" Target="/ppt/media/image10.jpeg" Id="R703022ec17404d77" /><Relationship Type="http://schemas.openxmlformats.org/officeDocument/2006/relationships/image" Target="/ppt/media/image11.jpeg" Id="Rb54a2e5f711a41a2" /><Relationship Type="http://schemas.openxmlformats.org/officeDocument/2006/relationships/image" Target="/ppt/media/image12.jpeg" Id="R87d570c4e2354688" /><Relationship Type="http://schemas.openxmlformats.org/officeDocument/2006/relationships/image" Target="/ppt/media/image13.jpeg" Id="R7811309dffd143dc" /><Relationship Type="http://schemas.openxmlformats.org/officeDocument/2006/relationships/image" Target="/ppt/media/image14.jpeg" Id="R763021309ac44d6e" /><Relationship Type="http://schemas.openxmlformats.org/officeDocument/2006/relationships/notesSlide" Target="/ppt/notesSlides/notesSlide2.xml" Id="R5c2234c26780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B0863-F6EA-4582-BFB6-476CBD73E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27e4123a9496c"/>
          <a:srcRect xmlns:a="http://schemas.openxmlformats.org/drawingml/2006/main" l="13369" t="0" r="13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38100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E54BC-EEF3-435B-9543-A4FE33A86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5607e07fc458d"/>
          <a:srcRect xmlns:a="http://schemas.openxmlformats.org/drawingml/2006/main" l="13369" t="0" r="13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8975" y="38100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944E4-E173-4B1B-A8CD-85AB320AA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7b59f5db44645"/>
          <a:srcRect xmlns:a="http://schemas.openxmlformats.org/drawingml/2006/main" l="0" t="11610" r="0" b="11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8100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DCB4C-8DD7-4A4D-A9B5-D362B92F3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4682955014166"/>
          <a:srcRect xmlns:a="http://schemas.openxmlformats.org/drawingml/2006/main" l="0" t="11610" r="0" b="11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7325" y="38100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8D8C2-8C8B-4AB8-895D-9CE4B2794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3a1bc8b934205"/>
          <a:srcRect xmlns:a="http://schemas.openxmlformats.org/drawingml/2006/main" l="13369" t="0" r="13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360045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8C19C-327A-4417-87B2-A5F22C7586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fd3d8a58647a4"/>
          <a:srcRect xmlns:a="http://schemas.openxmlformats.org/drawingml/2006/main" l="13369" t="0" r="13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8975" y="360045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8C44D-BBC3-4FF4-B517-86F4F0893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3cdac23c94386"/>
          <a:srcRect xmlns:a="http://schemas.openxmlformats.org/drawingml/2006/main" l="13369" t="0" r="133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600450"/>
            <a:ext cx="2809875" cy="28765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E5838-A8CD-4F13-8E24-559BE491A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2f0ba867d4f98"/>
          <a:srcRect xmlns:a="http://schemas.openxmlformats.org/drawingml/2006/main" l="0" t="11610" r="0" b="11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77325" y="3600450"/>
            <a:ext cx="2809875" cy="2876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31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E87CA-2BDA-4362-81FC-87FC1689E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52b8000ee4229"/>
          <a:srcRect xmlns:a="http://schemas.openxmlformats.org/drawingml/2006/main" l="0" t="21277" r="0" b="21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342900"/>
            <a:ext cx="2686050" cy="20574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221D6-1667-4BFE-BE9C-A814CABEA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022ec17404d77"/>
          <a:srcRect xmlns:a="http://schemas.openxmlformats.org/drawingml/2006/main" l="1042" t="0" r="1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2300" y="342900"/>
            <a:ext cx="2686050" cy="20574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2DA67-716F-4DF3-B5D7-6E963F3B7B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a2e5f711a41a2"/>
          <a:srcRect xmlns:a="http://schemas.openxmlformats.org/drawingml/2006/main" l="1042" t="0" r="1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342900"/>
            <a:ext cx="2686050" cy="20574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2A159-E512-4793-B489-64E510045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570c4e2354688"/>
          <a:srcRect xmlns:a="http://schemas.openxmlformats.org/drawingml/2006/main" l="0" t="21277" r="0" b="21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342900"/>
            <a:ext cx="2686050" cy="20574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F1112-E7B8-483C-AD54-E2DBEC3C6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1309dffd143dc"/>
          <a:srcRect xmlns:a="http://schemas.openxmlformats.org/drawingml/2006/main" l="0" t="24203" r="0" b="24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2609850"/>
            <a:ext cx="5676900" cy="3905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54647-955C-43BD-882E-F0E91968B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021309ac44d6e"/>
          <a:srcRect xmlns:a="http://schemas.openxmlformats.org/drawingml/2006/main" l="0" t="24203" r="0" b="24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2609850"/>
            <a:ext cx="567690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7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2026-10-30T17:29:22.1790000Z</dcterms:created>
  <dcterms:modified xsi:type="dcterms:W3CDTF">2026-10-30T17:29:22.1790000Z</dcterms:modified>
</coreProperties>
</file>